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nton" pitchFamily="2" charset="0"/>
      <p:regular r:id="rId22"/>
    </p:embeddedFont>
    <p:embeddedFont>
      <p:font typeface="Arimo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941" y="5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4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image" Target="../media/image4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3" Type="http://schemas.openxmlformats.org/officeDocument/2006/relationships/image" Target="../media/image36.svg"/><Relationship Id="rId7" Type="http://schemas.openxmlformats.org/officeDocument/2006/relationships/image" Target="../media/image38.svg"/><Relationship Id="rId12" Type="http://schemas.openxmlformats.org/officeDocument/2006/relationships/image" Target="../media/image4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4.svg"/><Relationship Id="rId10" Type="http://schemas.openxmlformats.org/officeDocument/2006/relationships/image" Target="../media/image41.png"/><Relationship Id="rId4" Type="http://schemas.openxmlformats.org/officeDocument/2006/relationships/image" Target="../media/image3.png"/><Relationship Id="rId9" Type="http://schemas.openxmlformats.org/officeDocument/2006/relationships/image" Target="../media/image4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.svg"/><Relationship Id="rId7" Type="http://schemas.openxmlformats.org/officeDocument/2006/relationships/image" Target="../media/image3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50.svg"/><Relationship Id="rId5" Type="http://schemas.openxmlformats.org/officeDocument/2006/relationships/image" Target="../media/image46.svg"/><Relationship Id="rId10" Type="http://schemas.openxmlformats.org/officeDocument/2006/relationships/image" Target="../media/image49.png"/><Relationship Id="rId4" Type="http://schemas.openxmlformats.org/officeDocument/2006/relationships/image" Target="../media/image45.png"/><Relationship Id="rId9" Type="http://schemas.openxmlformats.org/officeDocument/2006/relationships/image" Target="../media/image4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4.svg"/><Relationship Id="rId3" Type="http://schemas.openxmlformats.org/officeDocument/2006/relationships/image" Target="../media/image52.svg"/><Relationship Id="rId7" Type="http://schemas.openxmlformats.org/officeDocument/2006/relationships/image" Target="../media/image56.svg"/><Relationship Id="rId12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18.svg"/><Relationship Id="rId5" Type="http://schemas.openxmlformats.org/officeDocument/2006/relationships/image" Target="../media/image54.svg"/><Relationship Id="rId10" Type="http://schemas.openxmlformats.org/officeDocument/2006/relationships/image" Target="../media/image17.png"/><Relationship Id="rId4" Type="http://schemas.openxmlformats.org/officeDocument/2006/relationships/image" Target="../media/image53.png"/><Relationship Id="rId9" Type="http://schemas.openxmlformats.org/officeDocument/2006/relationships/image" Target="../media/image5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svg"/><Relationship Id="rId3" Type="http://schemas.openxmlformats.org/officeDocument/2006/relationships/image" Target="../media/image4.svg"/><Relationship Id="rId7" Type="http://schemas.openxmlformats.org/officeDocument/2006/relationships/image" Target="../media/image62.svg"/><Relationship Id="rId12" Type="http://schemas.openxmlformats.org/officeDocument/2006/relationships/image" Target="../media/image6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6.svg"/><Relationship Id="rId5" Type="http://schemas.openxmlformats.org/officeDocument/2006/relationships/image" Target="../media/image60.sv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0.svg"/><Relationship Id="rId7" Type="http://schemas.openxmlformats.org/officeDocument/2006/relationships/image" Target="../media/image74.sv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svg"/><Relationship Id="rId4" Type="http://schemas.openxmlformats.org/officeDocument/2006/relationships/image" Target="../media/image71.png"/><Relationship Id="rId9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4.svg"/><Relationship Id="rId7" Type="http://schemas.openxmlformats.org/officeDocument/2006/relationships/image" Target="../media/image8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85.svg"/><Relationship Id="rId5" Type="http://schemas.openxmlformats.org/officeDocument/2006/relationships/image" Target="../media/image79.sv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7.svg"/><Relationship Id="rId7" Type="http://schemas.openxmlformats.org/officeDocument/2006/relationships/image" Target="../media/image91.sv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svg"/><Relationship Id="rId4" Type="http://schemas.openxmlformats.org/officeDocument/2006/relationships/image" Target="../media/image88.png"/><Relationship Id="rId9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5.svg"/><Relationship Id="rId7" Type="http://schemas.openxmlformats.org/officeDocument/2006/relationships/image" Target="../media/image99.sv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svg"/><Relationship Id="rId4" Type="http://schemas.openxmlformats.org/officeDocument/2006/relationships/image" Target="../media/image96.png"/><Relationship Id="rId9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4.svg"/><Relationship Id="rId7" Type="http://schemas.openxmlformats.org/officeDocument/2006/relationships/image" Target="../media/image10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11" Type="http://schemas.openxmlformats.org/officeDocument/2006/relationships/image" Target="../media/image107.svg"/><Relationship Id="rId5" Type="http://schemas.openxmlformats.org/officeDocument/2006/relationships/image" Target="../media/image101.sv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sv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0.png"/><Relationship Id="rId21" Type="http://schemas.openxmlformats.org/officeDocument/2006/relationships/image" Target="../media/image125.svg"/><Relationship Id="rId42" Type="http://schemas.openxmlformats.org/officeDocument/2006/relationships/image" Target="../media/image146.png"/><Relationship Id="rId47" Type="http://schemas.openxmlformats.org/officeDocument/2006/relationships/image" Target="../media/image151.svg"/><Relationship Id="rId63" Type="http://schemas.openxmlformats.org/officeDocument/2006/relationships/image" Target="../media/image167.svg"/><Relationship Id="rId68" Type="http://schemas.openxmlformats.org/officeDocument/2006/relationships/image" Target="../media/image172.png"/><Relationship Id="rId84" Type="http://schemas.openxmlformats.org/officeDocument/2006/relationships/image" Target="../media/image188.png"/><Relationship Id="rId89" Type="http://schemas.openxmlformats.org/officeDocument/2006/relationships/image" Target="../media/image193.svg"/><Relationship Id="rId112" Type="http://schemas.openxmlformats.org/officeDocument/2006/relationships/image" Target="../media/image216.png"/><Relationship Id="rId16" Type="http://schemas.openxmlformats.org/officeDocument/2006/relationships/image" Target="../media/image120.png"/><Relationship Id="rId107" Type="http://schemas.openxmlformats.org/officeDocument/2006/relationships/image" Target="../media/image211.svg"/><Relationship Id="rId11" Type="http://schemas.openxmlformats.org/officeDocument/2006/relationships/image" Target="../media/image115.svg"/><Relationship Id="rId32" Type="http://schemas.openxmlformats.org/officeDocument/2006/relationships/image" Target="../media/image136.png"/><Relationship Id="rId37" Type="http://schemas.openxmlformats.org/officeDocument/2006/relationships/image" Target="../media/image141.svg"/><Relationship Id="rId53" Type="http://schemas.openxmlformats.org/officeDocument/2006/relationships/image" Target="../media/image157.svg"/><Relationship Id="rId58" Type="http://schemas.openxmlformats.org/officeDocument/2006/relationships/image" Target="../media/image162.png"/><Relationship Id="rId74" Type="http://schemas.openxmlformats.org/officeDocument/2006/relationships/image" Target="../media/image178.png"/><Relationship Id="rId79" Type="http://schemas.openxmlformats.org/officeDocument/2006/relationships/image" Target="../media/image183.svg"/><Relationship Id="rId102" Type="http://schemas.openxmlformats.org/officeDocument/2006/relationships/image" Target="../media/image206.png"/><Relationship Id="rId5" Type="http://schemas.openxmlformats.org/officeDocument/2006/relationships/image" Target="../media/image109.svg"/><Relationship Id="rId90" Type="http://schemas.openxmlformats.org/officeDocument/2006/relationships/image" Target="../media/image194.png"/><Relationship Id="rId95" Type="http://schemas.openxmlformats.org/officeDocument/2006/relationships/image" Target="../media/image199.svg"/><Relationship Id="rId22" Type="http://schemas.openxmlformats.org/officeDocument/2006/relationships/image" Target="../media/image126.png"/><Relationship Id="rId27" Type="http://schemas.openxmlformats.org/officeDocument/2006/relationships/image" Target="../media/image131.svg"/><Relationship Id="rId43" Type="http://schemas.openxmlformats.org/officeDocument/2006/relationships/image" Target="../media/image147.svg"/><Relationship Id="rId48" Type="http://schemas.openxmlformats.org/officeDocument/2006/relationships/image" Target="../media/image152.png"/><Relationship Id="rId64" Type="http://schemas.openxmlformats.org/officeDocument/2006/relationships/image" Target="../media/image168.png"/><Relationship Id="rId69" Type="http://schemas.openxmlformats.org/officeDocument/2006/relationships/image" Target="../media/image173.svg"/><Relationship Id="rId113" Type="http://schemas.openxmlformats.org/officeDocument/2006/relationships/image" Target="../media/image2.svg"/><Relationship Id="rId80" Type="http://schemas.openxmlformats.org/officeDocument/2006/relationships/image" Target="../media/image184.png"/><Relationship Id="rId85" Type="http://schemas.openxmlformats.org/officeDocument/2006/relationships/image" Target="../media/image189.svg"/><Relationship Id="rId12" Type="http://schemas.openxmlformats.org/officeDocument/2006/relationships/image" Target="../media/image116.png"/><Relationship Id="rId17" Type="http://schemas.openxmlformats.org/officeDocument/2006/relationships/image" Target="../media/image121.svg"/><Relationship Id="rId33" Type="http://schemas.openxmlformats.org/officeDocument/2006/relationships/image" Target="../media/image137.svg"/><Relationship Id="rId38" Type="http://schemas.openxmlformats.org/officeDocument/2006/relationships/image" Target="../media/image142.png"/><Relationship Id="rId59" Type="http://schemas.openxmlformats.org/officeDocument/2006/relationships/image" Target="../media/image163.svg"/><Relationship Id="rId103" Type="http://schemas.openxmlformats.org/officeDocument/2006/relationships/image" Target="../media/image207.svg"/><Relationship Id="rId108" Type="http://schemas.openxmlformats.org/officeDocument/2006/relationships/image" Target="../media/image212.png"/><Relationship Id="rId54" Type="http://schemas.openxmlformats.org/officeDocument/2006/relationships/image" Target="../media/image158.png"/><Relationship Id="rId70" Type="http://schemas.openxmlformats.org/officeDocument/2006/relationships/image" Target="../media/image174.png"/><Relationship Id="rId75" Type="http://schemas.openxmlformats.org/officeDocument/2006/relationships/image" Target="../media/image179.svg"/><Relationship Id="rId91" Type="http://schemas.openxmlformats.org/officeDocument/2006/relationships/image" Target="../media/image195.svg"/><Relationship Id="rId96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5" Type="http://schemas.openxmlformats.org/officeDocument/2006/relationships/image" Target="../media/image119.svg"/><Relationship Id="rId23" Type="http://schemas.openxmlformats.org/officeDocument/2006/relationships/image" Target="../media/image127.svg"/><Relationship Id="rId28" Type="http://schemas.openxmlformats.org/officeDocument/2006/relationships/image" Target="../media/image132.png"/><Relationship Id="rId36" Type="http://schemas.openxmlformats.org/officeDocument/2006/relationships/image" Target="../media/image140.png"/><Relationship Id="rId49" Type="http://schemas.openxmlformats.org/officeDocument/2006/relationships/image" Target="../media/image153.svg"/><Relationship Id="rId57" Type="http://schemas.openxmlformats.org/officeDocument/2006/relationships/image" Target="../media/image161.svg"/><Relationship Id="rId106" Type="http://schemas.openxmlformats.org/officeDocument/2006/relationships/image" Target="../media/image210.png"/><Relationship Id="rId10" Type="http://schemas.openxmlformats.org/officeDocument/2006/relationships/image" Target="../media/image114.png"/><Relationship Id="rId31" Type="http://schemas.openxmlformats.org/officeDocument/2006/relationships/image" Target="../media/image135.svg"/><Relationship Id="rId44" Type="http://schemas.openxmlformats.org/officeDocument/2006/relationships/image" Target="../media/image148.png"/><Relationship Id="rId52" Type="http://schemas.openxmlformats.org/officeDocument/2006/relationships/image" Target="../media/image156.png"/><Relationship Id="rId60" Type="http://schemas.openxmlformats.org/officeDocument/2006/relationships/image" Target="../media/image164.png"/><Relationship Id="rId65" Type="http://schemas.openxmlformats.org/officeDocument/2006/relationships/image" Target="../media/image169.svg"/><Relationship Id="rId73" Type="http://schemas.openxmlformats.org/officeDocument/2006/relationships/image" Target="../media/image177.svg"/><Relationship Id="rId78" Type="http://schemas.openxmlformats.org/officeDocument/2006/relationships/image" Target="../media/image182.png"/><Relationship Id="rId81" Type="http://schemas.openxmlformats.org/officeDocument/2006/relationships/image" Target="../media/image185.svg"/><Relationship Id="rId86" Type="http://schemas.openxmlformats.org/officeDocument/2006/relationships/image" Target="../media/image190.png"/><Relationship Id="rId94" Type="http://schemas.openxmlformats.org/officeDocument/2006/relationships/image" Target="../media/image198.png"/><Relationship Id="rId99" Type="http://schemas.openxmlformats.org/officeDocument/2006/relationships/image" Target="../media/image203.svg"/><Relationship Id="rId101" Type="http://schemas.openxmlformats.org/officeDocument/2006/relationships/image" Target="../media/image205.svg"/><Relationship Id="rId4" Type="http://schemas.openxmlformats.org/officeDocument/2006/relationships/image" Target="../media/image108.png"/><Relationship Id="rId9" Type="http://schemas.openxmlformats.org/officeDocument/2006/relationships/image" Target="../media/image113.svg"/><Relationship Id="rId13" Type="http://schemas.openxmlformats.org/officeDocument/2006/relationships/image" Target="../media/image117.svg"/><Relationship Id="rId18" Type="http://schemas.openxmlformats.org/officeDocument/2006/relationships/image" Target="../media/image122.png"/><Relationship Id="rId39" Type="http://schemas.openxmlformats.org/officeDocument/2006/relationships/image" Target="../media/image143.svg"/><Relationship Id="rId109" Type="http://schemas.openxmlformats.org/officeDocument/2006/relationships/image" Target="../media/image213.svg"/><Relationship Id="rId34" Type="http://schemas.openxmlformats.org/officeDocument/2006/relationships/image" Target="../media/image138.png"/><Relationship Id="rId50" Type="http://schemas.openxmlformats.org/officeDocument/2006/relationships/image" Target="../media/image154.png"/><Relationship Id="rId55" Type="http://schemas.openxmlformats.org/officeDocument/2006/relationships/image" Target="../media/image159.svg"/><Relationship Id="rId76" Type="http://schemas.openxmlformats.org/officeDocument/2006/relationships/image" Target="../media/image180.png"/><Relationship Id="rId97" Type="http://schemas.openxmlformats.org/officeDocument/2006/relationships/image" Target="../media/image201.svg"/><Relationship Id="rId104" Type="http://schemas.openxmlformats.org/officeDocument/2006/relationships/image" Target="../media/image208.png"/><Relationship Id="rId7" Type="http://schemas.openxmlformats.org/officeDocument/2006/relationships/image" Target="../media/image111.svg"/><Relationship Id="rId71" Type="http://schemas.openxmlformats.org/officeDocument/2006/relationships/image" Target="../media/image175.svg"/><Relationship Id="rId92" Type="http://schemas.openxmlformats.org/officeDocument/2006/relationships/image" Target="../media/image196.png"/><Relationship Id="rId2" Type="http://schemas.openxmlformats.org/officeDocument/2006/relationships/image" Target="../media/image3.png"/><Relationship Id="rId29" Type="http://schemas.openxmlformats.org/officeDocument/2006/relationships/image" Target="../media/image133.svg"/><Relationship Id="rId24" Type="http://schemas.openxmlformats.org/officeDocument/2006/relationships/image" Target="../media/image128.png"/><Relationship Id="rId40" Type="http://schemas.openxmlformats.org/officeDocument/2006/relationships/image" Target="../media/image144.png"/><Relationship Id="rId45" Type="http://schemas.openxmlformats.org/officeDocument/2006/relationships/image" Target="../media/image149.svg"/><Relationship Id="rId66" Type="http://schemas.openxmlformats.org/officeDocument/2006/relationships/image" Target="../media/image170.png"/><Relationship Id="rId87" Type="http://schemas.openxmlformats.org/officeDocument/2006/relationships/image" Target="../media/image191.svg"/><Relationship Id="rId110" Type="http://schemas.openxmlformats.org/officeDocument/2006/relationships/image" Target="../media/image214.png"/><Relationship Id="rId61" Type="http://schemas.openxmlformats.org/officeDocument/2006/relationships/image" Target="../media/image165.svg"/><Relationship Id="rId82" Type="http://schemas.openxmlformats.org/officeDocument/2006/relationships/image" Target="../media/image186.png"/><Relationship Id="rId19" Type="http://schemas.openxmlformats.org/officeDocument/2006/relationships/image" Target="../media/image123.svg"/><Relationship Id="rId14" Type="http://schemas.openxmlformats.org/officeDocument/2006/relationships/image" Target="../media/image118.png"/><Relationship Id="rId30" Type="http://schemas.openxmlformats.org/officeDocument/2006/relationships/image" Target="../media/image134.png"/><Relationship Id="rId35" Type="http://schemas.openxmlformats.org/officeDocument/2006/relationships/image" Target="../media/image139.svg"/><Relationship Id="rId56" Type="http://schemas.openxmlformats.org/officeDocument/2006/relationships/image" Target="../media/image160.png"/><Relationship Id="rId77" Type="http://schemas.openxmlformats.org/officeDocument/2006/relationships/image" Target="../media/image181.svg"/><Relationship Id="rId100" Type="http://schemas.openxmlformats.org/officeDocument/2006/relationships/image" Target="../media/image204.png"/><Relationship Id="rId105" Type="http://schemas.openxmlformats.org/officeDocument/2006/relationships/image" Target="../media/image209.svg"/><Relationship Id="rId8" Type="http://schemas.openxmlformats.org/officeDocument/2006/relationships/image" Target="../media/image112.png"/><Relationship Id="rId51" Type="http://schemas.openxmlformats.org/officeDocument/2006/relationships/image" Target="../media/image155.svg"/><Relationship Id="rId72" Type="http://schemas.openxmlformats.org/officeDocument/2006/relationships/image" Target="../media/image176.png"/><Relationship Id="rId93" Type="http://schemas.openxmlformats.org/officeDocument/2006/relationships/image" Target="../media/image197.svg"/><Relationship Id="rId98" Type="http://schemas.openxmlformats.org/officeDocument/2006/relationships/image" Target="../media/image202.png"/><Relationship Id="rId3" Type="http://schemas.openxmlformats.org/officeDocument/2006/relationships/image" Target="../media/image4.svg"/><Relationship Id="rId25" Type="http://schemas.openxmlformats.org/officeDocument/2006/relationships/image" Target="../media/image129.svg"/><Relationship Id="rId46" Type="http://schemas.openxmlformats.org/officeDocument/2006/relationships/image" Target="../media/image150.png"/><Relationship Id="rId67" Type="http://schemas.openxmlformats.org/officeDocument/2006/relationships/image" Target="../media/image171.svg"/><Relationship Id="rId20" Type="http://schemas.openxmlformats.org/officeDocument/2006/relationships/image" Target="../media/image124.png"/><Relationship Id="rId41" Type="http://schemas.openxmlformats.org/officeDocument/2006/relationships/image" Target="../media/image145.svg"/><Relationship Id="rId62" Type="http://schemas.openxmlformats.org/officeDocument/2006/relationships/image" Target="../media/image166.png"/><Relationship Id="rId83" Type="http://schemas.openxmlformats.org/officeDocument/2006/relationships/image" Target="../media/image187.svg"/><Relationship Id="rId88" Type="http://schemas.openxmlformats.org/officeDocument/2006/relationships/image" Target="../media/image192.png"/><Relationship Id="rId111" Type="http://schemas.openxmlformats.org/officeDocument/2006/relationships/image" Target="../media/image21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sv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68916" y="2282813"/>
            <a:ext cx="8280936" cy="5721374"/>
          </a:xfrm>
          <a:custGeom>
            <a:avLst/>
            <a:gdLst/>
            <a:ahLst/>
            <a:cxnLst/>
            <a:rect l="l" t="t" r="r" b="b"/>
            <a:pathLst>
              <a:path w="8280936" h="5721374">
                <a:moveTo>
                  <a:pt x="0" y="0"/>
                </a:moveTo>
                <a:lnTo>
                  <a:pt x="8280936" y="0"/>
                </a:lnTo>
                <a:lnTo>
                  <a:pt x="8280936" y="5721374"/>
                </a:lnTo>
                <a:lnTo>
                  <a:pt x="0" y="572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11473" y="6608459"/>
            <a:ext cx="3835296" cy="1172410"/>
            <a:chOff x="0" y="0"/>
            <a:chExt cx="1010119" cy="3087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10119" cy="308783"/>
            </a:xfrm>
            <a:custGeom>
              <a:avLst/>
              <a:gdLst/>
              <a:ahLst/>
              <a:cxnLst/>
              <a:rect l="l" t="t" r="r" b="b"/>
              <a:pathLst>
                <a:path w="1010119" h="308783">
                  <a:moveTo>
                    <a:pt x="54502" y="0"/>
                  </a:moveTo>
                  <a:lnTo>
                    <a:pt x="955617" y="0"/>
                  </a:lnTo>
                  <a:cubicBezTo>
                    <a:pt x="970072" y="0"/>
                    <a:pt x="983935" y="5742"/>
                    <a:pt x="994156" y="15963"/>
                  </a:cubicBezTo>
                  <a:cubicBezTo>
                    <a:pt x="1004377" y="26184"/>
                    <a:pt x="1010119" y="40047"/>
                    <a:pt x="1010119" y="54502"/>
                  </a:cubicBezTo>
                  <a:lnTo>
                    <a:pt x="1010119" y="254281"/>
                  </a:lnTo>
                  <a:cubicBezTo>
                    <a:pt x="1010119" y="268736"/>
                    <a:pt x="1004377" y="282598"/>
                    <a:pt x="994156" y="292820"/>
                  </a:cubicBezTo>
                  <a:cubicBezTo>
                    <a:pt x="983935" y="303041"/>
                    <a:pt x="970072" y="308783"/>
                    <a:pt x="955617" y="308783"/>
                  </a:cubicBezTo>
                  <a:lnTo>
                    <a:pt x="54502" y="308783"/>
                  </a:lnTo>
                  <a:cubicBezTo>
                    <a:pt x="40047" y="308783"/>
                    <a:pt x="26184" y="303041"/>
                    <a:pt x="15963" y="292820"/>
                  </a:cubicBezTo>
                  <a:cubicBezTo>
                    <a:pt x="5742" y="282598"/>
                    <a:pt x="0" y="268736"/>
                    <a:pt x="0" y="254281"/>
                  </a:cubicBezTo>
                  <a:lnTo>
                    <a:pt x="0" y="54502"/>
                  </a:lnTo>
                  <a:cubicBezTo>
                    <a:pt x="0" y="40047"/>
                    <a:pt x="5742" y="26184"/>
                    <a:pt x="15963" y="15963"/>
                  </a:cubicBezTo>
                  <a:cubicBezTo>
                    <a:pt x="26184" y="5742"/>
                    <a:pt x="40047" y="0"/>
                    <a:pt x="54502" y="0"/>
                  </a:cubicBezTo>
                  <a:close/>
                </a:path>
              </a:pathLst>
            </a:custGeom>
            <a:solidFill>
              <a:srgbClr val="262A4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10119" cy="356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4282447" y="-7727807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031823" y="-1847968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70651" y="8624986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19"/>
                </a:lnTo>
                <a:lnTo>
                  <a:pt x="0" y="10010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4653549" y="6854011"/>
            <a:ext cx="3153020" cy="681306"/>
            <a:chOff x="0" y="0"/>
            <a:chExt cx="2508570" cy="5420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08570" cy="542053"/>
            </a:xfrm>
            <a:custGeom>
              <a:avLst/>
              <a:gdLst/>
              <a:ahLst/>
              <a:cxnLst/>
              <a:rect l="l" t="t" r="r" b="b"/>
              <a:pathLst>
                <a:path w="2508570" h="542053">
                  <a:moveTo>
                    <a:pt x="2508570" y="271027"/>
                  </a:moveTo>
                  <a:lnTo>
                    <a:pt x="2102170" y="0"/>
                  </a:lnTo>
                  <a:lnTo>
                    <a:pt x="2102170" y="203200"/>
                  </a:lnTo>
                  <a:lnTo>
                    <a:pt x="0" y="203200"/>
                  </a:lnTo>
                  <a:lnTo>
                    <a:pt x="0" y="338853"/>
                  </a:lnTo>
                  <a:lnTo>
                    <a:pt x="2102170" y="338853"/>
                  </a:lnTo>
                  <a:lnTo>
                    <a:pt x="2102170" y="542053"/>
                  </a:lnTo>
                  <a:lnTo>
                    <a:pt x="2508570" y="271027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55575"/>
              <a:ext cx="2406970" cy="18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60876" y="2550220"/>
            <a:ext cx="8908040" cy="547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4800" dirty="0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What is the Model Context Protocol (MCP)?</a:t>
            </a:r>
          </a:p>
          <a:p>
            <a:pPr algn="l">
              <a:lnSpc>
                <a:spcPts val="15000"/>
              </a:lnSpc>
            </a:pPr>
            <a:endParaRPr lang="en-US" sz="4800" dirty="0">
              <a:solidFill>
                <a:srgbClr val="262A4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36803" y="6723191"/>
            <a:ext cx="2417024" cy="95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95"/>
              </a:lnSpc>
            </a:pPr>
            <a:r>
              <a:rPr lang="en-US" sz="632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143500"/>
            <a:ext cx="4057650" cy="539175"/>
            <a:chOff x="0" y="0"/>
            <a:chExt cx="1068681" cy="1420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8681" cy="142005"/>
            </a:xfrm>
            <a:custGeom>
              <a:avLst/>
              <a:gdLst/>
              <a:ahLst/>
              <a:cxnLst/>
              <a:rect l="l" t="t" r="r" b="b"/>
              <a:pathLst>
                <a:path w="1068681" h="142005">
                  <a:moveTo>
                    <a:pt x="0" y="0"/>
                  </a:moveTo>
                  <a:lnTo>
                    <a:pt x="1068681" y="0"/>
                  </a:lnTo>
                  <a:lnTo>
                    <a:pt x="1068681" y="142005"/>
                  </a:lnTo>
                  <a:lnTo>
                    <a:pt x="0" y="142005"/>
                  </a:lnTo>
                  <a:close/>
                </a:path>
              </a:pathLst>
            </a:custGeom>
            <a:solidFill>
              <a:srgbClr val="0F1A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068681" cy="18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086350" y="5143500"/>
            <a:ext cx="4057650" cy="539175"/>
            <a:chOff x="0" y="0"/>
            <a:chExt cx="1068681" cy="1420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8681" cy="142005"/>
            </a:xfrm>
            <a:custGeom>
              <a:avLst/>
              <a:gdLst/>
              <a:ahLst/>
              <a:cxnLst/>
              <a:rect l="l" t="t" r="r" b="b"/>
              <a:pathLst>
                <a:path w="1068681" h="142005">
                  <a:moveTo>
                    <a:pt x="0" y="0"/>
                  </a:moveTo>
                  <a:lnTo>
                    <a:pt x="1068681" y="0"/>
                  </a:lnTo>
                  <a:lnTo>
                    <a:pt x="1068681" y="142005"/>
                  </a:lnTo>
                  <a:lnTo>
                    <a:pt x="0" y="142005"/>
                  </a:ln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68681" cy="18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5143500"/>
            <a:ext cx="4057650" cy="539175"/>
            <a:chOff x="0" y="0"/>
            <a:chExt cx="1068681" cy="1420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8681" cy="142005"/>
            </a:xfrm>
            <a:custGeom>
              <a:avLst/>
              <a:gdLst/>
              <a:ahLst/>
              <a:cxnLst/>
              <a:rect l="l" t="t" r="r" b="b"/>
              <a:pathLst>
                <a:path w="1068681" h="142005">
                  <a:moveTo>
                    <a:pt x="0" y="0"/>
                  </a:moveTo>
                  <a:lnTo>
                    <a:pt x="1068681" y="0"/>
                  </a:lnTo>
                  <a:lnTo>
                    <a:pt x="1068681" y="142005"/>
                  </a:lnTo>
                  <a:lnTo>
                    <a:pt x="0" y="142005"/>
                  </a:ln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068681" cy="18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201650" y="5143500"/>
            <a:ext cx="4057650" cy="539175"/>
            <a:chOff x="0" y="0"/>
            <a:chExt cx="1068681" cy="1420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8681" cy="142005"/>
            </a:xfrm>
            <a:custGeom>
              <a:avLst/>
              <a:gdLst/>
              <a:ahLst/>
              <a:cxnLst/>
              <a:rect l="l" t="t" r="r" b="b"/>
              <a:pathLst>
                <a:path w="1068681" h="142005">
                  <a:moveTo>
                    <a:pt x="0" y="0"/>
                  </a:moveTo>
                  <a:lnTo>
                    <a:pt x="1068681" y="0"/>
                  </a:lnTo>
                  <a:lnTo>
                    <a:pt x="1068681" y="142005"/>
                  </a:lnTo>
                  <a:lnTo>
                    <a:pt x="0" y="142005"/>
                  </a:ln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68681" cy="189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 flipV="1">
            <a:off x="2928927" y="4080963"/>
            <a:ext cx="0" cy="1097169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flipV="1">
            <a:off x="7100888" y="4080963"/>
            <a:ext cx="0" cy="1097169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flipV="1">
            <a:off x="11272848" y="4080963"/>
            <a:ext cx="0" cy="1097169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 flipV="1">
            <a:off x="15444808" y="4080963"/>
            <a:ext cx="0" cy="1097169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028700" y="6307140"/>
            <a:ext cx="3823502" cy="2128456"/>
            <a:chOff x="0" y="0"/>
            <a:chExt cx="1007013" cy="56058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07013" cy="560581"/>
            </a:xfrm>
            <a:custGeom>
              <a:avLst/>
              <a:gdLst/>
              <a:ahLst/>
              <a:cxnLst/>
              <a:rect l="l" t="t" r="r" b="b"/>
              <a:pathLst>
                <a:path w="1007013" h="560581">
                  <a:moveTo>
                    <a:pt x="0" y="0"/>
                  </a:moveTo>
                  <a:lnTo>
                    <a:pt x="1007013" y="0"/>
                  </a:lnTo>
                  <a:lnTo>
                    <a:pt x="1007013" y="560581"/>
                  </a:lnTo>
                  <a:lnTo>
                    <a:pt x="0" y="5605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007013" cy="608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189137" y="6307140"/>
            <a:ext cx="3823502" cy="2128456"/>
            <a:chOff x="0" y="0"/>
            <a:chExt cx="1007013" cy="56058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07013" cy="560581"/>
            </a:xfrm>
            <a:custGeom>
              <a:avLst/>
              <a:gdLst/>
              <a:ahLst/>
              <a:cxnLst/>
              <a:rect l="l" t="t" r="r" b="b"/>
              <a:pathLst>
                <a:path w="1007013" h="560581">
                  <a:moveTo>
                    <a:pt x="0" y="0"/>
                  </a:moveTo>
                  <a:lnTo>
                    <a:pt x="1007013" y="0"/>
                  </a:lnTo>
                  <a:lnTo>
                    <a:pt x="1007013" y="560581"/>
                  </a:lnTo>
                  <a:lnTo>
                    <a:pt x="0" y="5605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007013" cy="608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261074" y="6307140"/>
            <a:ext cx="3823502" cy="2128456"/>
            <a:chOff x="0" y="0"/>
            <a:chExt cx="1007013" cy="56058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07013" cy="560581"/>
            </a:xfrm>
            <a:custGeom>
              <a:avLst/>
              <a:gdLst/>
              <a:ahLst/>
              <a:cxnLst/>
              <a:rect l="l" t="t" r="r" b="b"/>
              <a:pathLst>
                <a:path w="1007013" h="560581">
                  <a:moveTo>
                    <a:pt x="0" y="0"/>
                  </a:moveTo>
                  <a:lnTo>
                    <a:pt x="1007013" y="0"/>
                  </a:lnTo>
                  <a:lnTo>
                    <a:pt x="1007013" y="560581"/>
                  </a:lnTo>
                  <a:lnTo>
                    <a:pt x="0" y="5605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007013" cy="608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332226" y="6307140"/>
            <a:ext cx="3823502" cy="2128456"/>
            <a:chOff x="0" y="0"/>
            <a:chExt cx="1007013" cy="56058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07013" cy="560581"/>
            </a:xfrm>
            <a:custGeom>
              <a:avLst/>
              <a:gdLst/>
              <a:ahLst/>
              <a:cxnLst/>
              <a:rect l="l" t="t" r="r" b="b"/>
              <a:pathLst>
                <a:path w="1007013" h="560581">
                  <a:moveTo>
                    <a:pt x="0" y="0"/>
                  </a:moveTo>
                  <a:lnTo>
                    <a:pt x="1007013" y="0"/>
                  </a:lnTo>
                  <a:lnTo>
                    <a:pt x="1007013" y="560581"/>
                  </a:lnTo>
                  <a:lnTo>
                    <a:pt x="0" y="5605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007013" cy="608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705055" y="3022139"/>
            <a:ext cx="2454222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buNone/>
            </a:pPr>
            <a:r>
              <a:rPr lang="en-US" sz="4800" b="1" i="0" dirty="0">
                <a:solidFill>
                  <a:srgbClr val="171717"/>
                </a:solidFill>
                <a:effectLst/>
                <a:latin typeface="Inter"/>
              </a:rPr>
              <a:t>1</a:t>
            </a:r>
            <a:endParaRPr lang="en-US" sz="4746" dirty="0">
              <a:solidFill>
                <a:srgbClr val="262A4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705055" y="64906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 dirty="0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(MCP)?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73777" y="3022139"/>
            <a:ext cx="2454222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buNone/>
            </a:pPr>
            <a:r>
              <a:rPr lang="en-US" sz="4800" b="1" i="0" dirty="0">
                <a:solidFill>
                  <a:srgbClr val="171717"/>
                </a:solidFill>
                <a:effectLst/>
                <a:latin typeface="Inter"/>
              </a:rPr>
              <a:t>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873777" y="64906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045737" y="30221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6"/>
              </a:lnSpc>
            </a:pPr>
            <a:r>
              <a:rPr lang="en-US" sz="4746" dirty="0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045737" y="64906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217697" y="3022139"/>
            <a:ext cx="2454222" cy="707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6"/>
              </a:lnSpc>
            </a:pPr>
            <a:r>
              <a:rPr lang="en-US" sz="4746" dirty="0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217697" y="64906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05055" y="7497776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 dirty="0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873777" y="7497776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45652" y="7497776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217528" y="7497776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8700" y="968511"/>
            <a:ext cx="11970945" cy="129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 dirty="0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Agenda </a:t>
            </a:r>
          </a:p>
        </p:txBody>
      </p:sp>
      <p:sp>
        <p:nvSpPr>
          <p:cNvPr id="43" name="Freeform 43"/>
          <p:cNvSpPr/>
          <p:nvPr/>
        </p:nvSpPr>
        <p:spPr>
          <a:xfrm>
            <a:off x="-2854447" y="9064247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19"/>
                </a:lnTo>
                <a:lnTo>
                  <a:pt x="0" y="10010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44"/>
          <p:cNvSpPr/>
          <p:nvPr/>
        </p:nvSpPr>
        <p:spPr>
          <a:xfrm>
            <a:off x="10913277" y="-7340906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5" name="Group 45"/>
          <p:cNvGrpSpPr/>
          <p:nvPr/>
        </p:nvGrpSpPr>
        <p:grpSpPr>
          <a:xfrm>
            <a:off x="2768689" y="3909201"/>
            <a:ext cx="343524" cy="343524"/>
            <a:chOff x="0" y="0"/>
            <a:chExt cx="90476" cy="9047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929125" y="3909201"/>
            <a:ext cx="343524" cy="343524"/>
            <a:chOff x="0" y="0"/>
            <a:chExt cx="90476" cy="9047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101086" y="3909201"/>
            <a:ext cx="343524" cy="343524"/>
            <a:chOff x="0" y="0"/>
            <a:chExt cx="90476" cy="9047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5273046" y="3909201"/>
            <a:ext cx="343524" cy="343524"/>
            <a:chOff x="0" y="0"/>
            <a:chExt cx="90476" cy="9047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02651" y="2997730"/>
            <a:ext cx="5290290" cy="1071315"/>
            <a:chOff x="0" y="0"/>
            <a:chExt cx="1393327" cy="282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327" cy="282157"/>
            </a:xfrm>
            <a:custGeom>
              <a:avLst/>
              <a:gdLst/>
              <a:ahLst/>
              <a:cxnLst/>
              <a:rect l="l" t="t" r="r" b="b"/>
              <a:pathLst>
                <a:path w="1393327" h="282157">
                  <a:moveTo>
                    <a:pt x="0" y="0"/>
                  </a:moveTo>
                  <a:lnTo>
                    <a:pt x="1393327" y="0"/>
                  </a:lnTo>
                  <a:lnTo>
                    <a:pt x="1393327" y="282157"/>
                  </a:lnTo>
                  <a:lnTo>
                    <a:pt x="0" y="2821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93327" cy="329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512620" y="6119807"/>
            <a:ext cx="14977776" cy="0"/>
          </a:xfrm>
          <a:prstGeom prst="line">
            <a:avLst/>
          </a:prstGeom>
          <a:ln w="38100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 flipV="1">
            <a:off x="8943067" y="4069045"/>
            <a:ext cx="19050" cy="1074455"/>
          </a:xfrm>
          <a:prstGeom prst="line">
            <a:avLst/>
          </a:prstGeom>
          <a:ln w="38100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9406744" y="2308655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19"/>
                </a:lnTo>
                <a:lnTo>
                  <a:pt x="0" y="10010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028700" y="5143500"/>
            <a:ext cx="1914515" cy="191451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1A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16780" y="5143500"/>
            <a:ext cx="1914515" cy="191451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4860" y="5143500"/>
            <a:ext cx="1914515" cy="191451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492940" y="5143500"/>
            <a:ext cx="1914515" cy="191451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979080" y="5143500"/>
            <a:ext cx="1914515" cy="191451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358337" y="5489113"/>
            <a:ext cx="1255240" cy="1223289"/>
          </a:xfrm>
          <a:custGeom>
            <a:avLst/>
            <a:gdLst/>
            <a:ahLst/>
            <a:cxnLst/>
            <a:rect l="l" t="t" r="r" b="b"/>
            <a:pathLst>
              <a:path w="1255240" h="1223289">
                <a:moveTo>
                  <a:pt x="0" y="0"/>
                </a:moveTo>
                <a:lnTo>
                  <a:pt x="1255240" y="0"/>
                </a:lnTo>
                <a:lnTo>
                  <a:pt x="1255240" y="1223289"/>
                </a:lnTo>
                <a:lnTo>
                  <a:pt x="0" y="1223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4830910" y="5426147"/>
            <a:ext cx="1286255" cy="1286255"/>
          </a:xfrm>
          <a:custGeom>
            <a:avLst/>
            <a:gdLst/>
            <a:ahLst/>
            <a:cxnLst/>
            <a:rect l="l" t="t" r="r" b="b"/>
            <a:pathLst>
              <a:path w="1286255" h="1286255">
                <a:moveTo>
                  <a:pt x="0" y="0"/>
                </a:moveTo>
                <a:lnTo>
                  <a:pt x="1286255" y="0"/>
                </a:lnTo>
                <a:lnTo>
                  <a:pt x="1286255" y="1286255"/>
                </a:lnTo>
                <a:lnTo>
                  <a:pt x="0" y="1286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8386417" y="5486152"/>
            <a:ext cx="1151400" cy="1166244"/>
          </a:xfrm>
          <a:custGeom>
            <a:avLst/>
            <a:gdLst/>
            <a:ahLst/>
            <a:cxnLst/>
            <a:rect l="l" t="t" r="r" b="b"/>
            <a:pathLst>
              <a:path w="1151400" h="1166244">
                <a:moveTo>
                  <a:pt x="0" y="0"/>
                </a:moveTo>
                <a:lnTo>
                  <a:pt x="1151401" y="0"/>
                </a:lnTo>
                <a:lnTo>
                  <a:pt x="1151401" y="1166244"/>
                </a:lnTo>
                <a:lnTo>
                  <a:pt x="0" y="11662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1893464" y="5486152"/>
            <a:ext cx="1113467" cy="1207903"/>
          </a:xfrm>
          <a:custGeom>
            <a:avLst/>
            <a:gdLst/>
            <a:ahLst/>
            <a:cxnLst/>
            <a:rect l="l" t="t" r="r" b="b"/>
            <a:pathLst>
              <a:path w="1113467" h="1207903">
                <a:moveTo>
                  <a:pt x="0" y="0"/>
                </a:moveTo>
                <a:lnTo>
                  <a:pt x="1113467" y="0"/>
                </a:lnTo>
                <a:lnTo>
                  <a:pt x="1113467" y="1207903"/>
                </a:lnTo>
                <a:lnTo>
                  <a:pt x="0" y="12079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5479730" y="5489113"/>
            <a:ext cx="1133672" cy="1163283"/>
          </a:xfrm>
          <a:custGeom>
            <a:avLst/>
            <a:gdLst/>
            <a:ahLst/>
            <a:cxnLst/>
            <a:rect l="l" t="t" r="r" b="b"/>
            <a:pathLst>
              <a:path w="1133672" h="1163283">
                <a:moveTo>
                  <a:pt x="0" y="0"/>
                </a:moveTo>
                <a:lnTo>
                  <a:pt x="1133672" y="0"/>
                </a:lnTo>
                <a:lnTo>
                  <a:pt x="1133672" y="1163283"/>
                </a:lnTo>
                <a:lnTo>
                  <a:pt x="0" y="1163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975655" y="1028700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06672" y="3061915"/>
            <a:ext cx="3272791" cy="95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95"/>
              </a:lnSpc>
            </a:pPr>
            <a:r>
              <a:rPr lang="en-US" sz="6329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73980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06906" y="73980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85111" y="73980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63317" y="73980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941522" y="73980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8700" y="824168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06906" y="824168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5111" y="824168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63317" y="824168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941522" y="824168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0" name="Freeform 40"/>
          <p:cNvSpPr/>
          <p:nvPr/>
        </p:nvSpPr>
        <p:spPr>
          <a:xfrm>
            <a:off x="11013573" y="-5200495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5956439" y="4827728"/>
            <a:ext cx="40079" cy="2416466"/>
          </a:xfrm>
          <a:prstGeom prst="line">
            <a:avLst/>
          </a:prstGeom>
          <a:ln w="38100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H="1" flipV="1">
            <a:off x="11568302" y="4827728"/>
            <a:ext cx="40079" cy="2823808"/>
          </a:xfrm>
          <a:prstGeom prst="line">
            <a:avLst/>
          </a:prstGeom>
          <a:ln w="38100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968626" y="5839193"/>
            <a:ext cx="5639755" cy="0"/>
          </a:xfrm>
          <a:prstGeom prst="line">
            <a:avLst/>
          </a:prstGeom>
          <a:ln w="38100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4989464" y="2813621"/>
            <a:ext cx="2014107" cy="20141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538129" y="2813621"/>
            <a:ext cx="2014107" cy="201410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989464" y="7244193"/>
            <a:ext cx="2014107" cy="201410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01328" y="7244193"/>
            <a:ext cx="2014107" cy="201410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47349" y="4394110"/>
            <a:ext cx="2850084" cy="285008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5209692" y="3214034"/>
            <a:ext cx="1493493" cy="1325136"/>
          </a:xfrm>
          <a:custGeom>
            <a:avLst/>
            <a:gdLst/>
            <a:ahLst/>
            <a:cxnLst/>
            <a:rect l="l" t="t" r="r" b="b"/>
            <a:pathLst>
              <a:path w="1493493" h="1325136">
                <a:moveTo>
                  <a:pt x="0" y="0"/>
                </a:moveTo>
                <a:lnTo>
                  <a:pt x="1493494" y="0"/>
                </a:lnTo>
                <a:lnTo>
                  <a:pt x="1493494" y="1325136"/>
                </a:lnTo>
                <a:lnTo>
                  <a:pt x="0" y="1325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0754488" y="2954790"/>
            <a:ext cx="1581389" cy="1561262"/>
          </a:xfrm>
          <a:custGeom>
            <a:avLst/>
            <a:gdLst/>
            <a:ahLst/>
            <a:cxnLst/>
            <a:rect l="l" t="t" r="r" b="b"/>
            <a:pathLst>
              <a:path w="1581389" h="1561262">
                <a:moveTo>
                  <a:pt x="0" y="0"/>
                </a:moveTo>
                <a:lnTo>
                  <a:pt x="1581389" y="0"/>
                </a:lnTo>
                <a:lnTo>
                  <a:pt x="1581389" y="1561262"/>
                </a:lnTo>
                <a:lnTo>
                  <a:pt x="0" y="1561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5434235" y="7575382"/>
            <a:ext cx="1124566" cy="1275281"/>
          </a:xfrm>
          <a:custGeom>
            <a:avLst/>
            <a:gdLst/>
            <a:ahLst/>
            <a:cxnLst/>
            <a:rect l="l" t="t" r="r" b="b"/>
            <a:pathLst>
              <a:path w="1124566" h="1275281">
                <a:moveTo>
                  <a:pt x="0" y="0"/>
                </a:moveTo>
                <a:lnTo>
                  <a:pt x="1124566" y="0"/>
                </a:lnTo>
                <a:lnTo>
                  <a:pt x="1124566" y="1275281"/>
                </a:lnTo>
                <a:lnTo>
                  <a:pt x="0" y="1275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1061870" y="7599183"/>
            <a:ext cx="1274006" cy="1227679"/>
          </a:xfrm>
          <a:custGeom>
            <a:avLst/>
            <a:gdLst/>
            <a:ahLst/>
            <a:cxnLst/>
            <a:rect l="l" t="t" r="r" b="b"/>
            <a:pathLst>
              <a:path w="1274006" h="1227679">
                <a:moveTo>
                  <a:pt x="0" y="0"/>
                </a:moveTo>
                <a:lnTo>
                  <a:pt x="1274007" y="0"/>
                </a:lnTo>
                <a:lnTo>
                  <a:pt x="1274007" y="1227679"/>
                </a:lnTo>
                <a:lnTo>
                  <a:pt x="0" y="12276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7945200" y="5010864"/>
            <a:ext cx="1674419" cy="1616575"/>
          </a:xfrm>
          <a:custGeom>
            <a:avLst/>
            <a:gdLst/>
            <a:ahLst/>
            <a:cxnLst/>
            <a:rect l="l" t="t" r="r" b="b"/>
            <a:pathLst>
              <a:path w="1674419" h="1616575">
                <a:moveTo>
                  <a:pt x="0" y="0"/>
                </a:moveTo>
                <a:lnTo>
                  <a:pt x="1674419" y="0"/>
                </a:lnTo>
                <a:lnTo>
                  <a:pt x="1674419" y="1616575"/>
                </a:lnTo>
                <a:lnTo>
                  <a:pt x="0" y="1616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853403" y="790717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006931" y="302355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006931" y="7501161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8" name="Freeform 28"/>
          <p:cNvSpPr/>
          <p:nvPr/>
        </p:nvSpPr>
        <p:spPr>
          <a:xfrm rot="1487684">
            <a:off x="-9230789" y="596328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2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2144718" y="7501161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44718" y="3164740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006931" y="3867201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006931" y="8344803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44718" y="8344803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44718" y="400838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5" name="Freeform 35"/>
          <p:cNvSpPr/>
          <p:nvPr/>
        </p:nvSpPr>
        <p:spPr>
          <a:xfrm>
            <a:off x="14880175" y="-752320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2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201790"/>
            <a:ext cx="1914515" cy="19145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1A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5690" y="5078780"/>
            <a:ext cx="2160535" cy="216053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16780" y="5201790"/>
            <a:ext cx="1914515" cy="191451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93770" y="5078780"/>
            <a:ext cx="2160535" cy="216053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4860" y="5201790"/>
            <a:ext cx="1914515" cy="191451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78280" y="5078780"/>
            <a:ext cx="2160535" cy="216053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92940" y="5201790"/>
            <a:ext cx="1914515" cy="191451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62789" y="5078780"/>
            <a:ext cx="2160535" cy="216053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5628349" y="-1307496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4979080" y="5201790"/>
            <a:ext cx="1914515" cy="1914515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856070" y="5078780"/>
            <a:ext cx="2160535" cy="2160535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3" name="AutoShape 33"/>
          <p:cNvSpPr/>
          <p:nvPr/>
        </p:nvSpPr>
        <p:spPr>
          <a:xfrm>
            <a:off x="3066225" y="6144760"/>
            <a:ext cx="1327546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>
            <a:off x="6550734" y="6144760"/>
            <a:ext cx="1327546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AutoShape 35"/>
          <p:cNvSpPr/>
          <p:nvPr/>
        </p:nvSpPr>
        <p:spPr>
          <a:xfrm>
            <a:off x="10035244" y="6144760"/>
            <a:ext cx="1327546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 flipV="1">
            <a:off x="15936337" y="4728580"/>
            <a:ext cx="0" cy="35020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AutoShape 37"/>
          <p:cNvSpPr/>
          <p:nvPr/>
        </p:nvSpPr>
        <p:spPr>
          <a:xfrm flipV="1">
            <a:off x="12464485" y="7239315"/>
            <a:ext cx="0" cy="503251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" name="AutoShape 38"/>
          <p:cNvSpPr/>
          <p:nvPr/>
        </p:nvSpPr>
        <p:spPr>
          <a:xfrm flipV="1">
            <a:off x="8944259" y="4728580"/>
            <a:ext cx="0" cy="35020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9" name="AutoShape 39"/>
          <p:cNvSpPr/>
          <p:nvPr/>
        </p:nvSpPr>
        <p:spPr>
          <a:xfrm flipV="1">
            <a:off x="5488325" y="7239315"/>
            <a:ext cx="0" cy="503251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AutoShape 40"/>
          <p:cNvSpPr/>
          <p:nvPr/>
        </p:nvSpPr>
        <p:spPr>
          <a:xfrm flipV="1">
            <a:off x="1971670" y="4728580"/>
            <a:ext cx="0" cy="35020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-4282447" y="-7727807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AutoShape 42"/>
          <p:cNvSpPr/>
          <p:nvPr/>
        </p:nvSpPr>
        <p:spPr>
          <a:xfrm>
            <a:off x="13519753" y="6144760"/>
            <a:ext cx="1327546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1487977" y="5458966"/>
            <a:ext cx="967386" cy="1400164"/>
          </a:xfrm>
          <a:custGeom>
            <a:avLst/>
            <a:gdLst/>
            <a:ahLst/>
            <a:cxnLst/>
            <a:rect l="l" t="t" r="r" b="b"/>
            <a:pathLst>
              <a:path w="967386" h="1400164">
                <a:moveTo>
                  <a:pt x="0" y="0"/>
                </a:moveTo>
                <a:lnTo>
                  <a:pt x="967386" y="0"/>
                </a:lnTo>
                <a:lnTo>
                  <a:pt x="967386" y="1400164"/>
                </a:lnTo>
                <a:lnTo>
                  <a:pt x="0" y="1400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44"/>
          <p:cNvSpPr/>
          <p:nvPr/>
        </p:nvSpPr>
        <p:spPr>
          <a:xfrm>
            <a:off x="4844235" y="5447419"/>
            <a:ext cx="1288179" cy="1394682"/>
          </a:xfrm>
          <a:custGeom>
            <a:avLst/>
            <a:gdLst/>
            <a:ahLst/>
            <a:cxnLst/>
            <a:rect l="l" t="t" r="r" b="b"/>
            <a:pathLst>
              <a:path w="1288179" h="1394682">
                <a:moveTo>
                  <a:pt x="0" y="0"/>
                </a:moveTo>
                <a:lnTo>
                  <a:pt x="1288179" y="0"/>
                </a:lnTo>
                <a:lnTo>
                  <a:pt x="1288179" y="1394682"/>
                </a:lnTo>
                <a:lnTo>
                  <a:pt x="0" y="1394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45"/>
          <p:cNvSpPr/>
          <p:nvPr/>
        </p:nvSpPr>
        <p:spPr>
          <a:xfrm>
            <a:off x="8328060" y="5523383"/>
            <a:ext cx="1268116" cy="1242753"/>
          </a:xfrm>
          <a:custGeom>
            <a:avLst/>
            <a:gdLst/>
            <a:ahLst/>
            <a:cxnLst/>
            <a:rect l="l" t="t" r="r" b="b"/>
            <a:pathLst>
              <a:path w="1268116" h="1242753">
                <a:moveTo>
                  <a:pt x="0" y="0"/>
                </a:moveTo>
                <a:lnTo>
                  <a:pt x="1268115" y="0"/>
                </a:lnTo>
                <a:lnTo>
                  <a:pt x="1268115" y="1242754"/>
                </a:lnTo>
                <a:lnTo>
                  <a:pt x="0" y="1242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46"/>
          <p:cNvSpPr/>
          <p:nvPr/>
        </p:nvSpPr>
        <p:spPr>
          <a:xfrm>
            <a:off x="11749564" y="5457864"/>
            <a:ext cx="1401266" cy="1401266"/>
          </a:xfrm>
          <a:custGeom>
            <a:avLst/>
            <a:gdLst/>
            <a:ahLst/>
            <a:cxnLst/>
            <a:rect l="l" t="t" r="r" b="b"/>
            <a:pathLst>
              <a:path w="1401266" h="1401266">
                <a:moveTo>
                  <a:pt x="0" y="0"/>
                </a:moveTo>
                <a:lnTo>
                  <a:pt x="1401267" y="0"/>
                </a:lnTo>
                <a:lnTo>
                  <a:pt x="1401267" y="1401266"/>
                </a:lnTo>
                <a:lnTo>
                  <a:pt x="0" y="1401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7"/>
          <p:cNvSpPr/>
          <p:nvPr/>
        </p:nvSpPr>
        <p:spPr>
          <a:xfrm>
            <a:off x="15249505" y="5447419"/>
            <a:ext cx="1373664" cy="1318718"/>
          </a:xfrm>
          <a:custGeom>
            <a:avLst/>
            <a:gdLst/>
            <a:ahLst/>
            <a:cxnLst/>
            <a:rect l="l" t="t" r="r" b="b"/>
            <a:pathLst>
              <a:path w="1373664" h="1318718">
                <a:moveTo>
                  <a:pt x="0" y="0"/>
                </a:moveTo>
                <a:lnTo>
                  <a:pt x="1373664" y="0"/>
                </a:lnTo>
                <a:lnTo>
                  <a:pt x="1373664" y="1318718"/>
                </a:lnTo>
                <a:lnTo>
                  <a:pt x="0" y="13187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28700" y="3545931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331490" y="3545931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525624" y="3545931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114910" y="7875916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020581" y="7875916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28700" y="4272046"/>
            <a:ext cx="4821427" cy="3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331490" y="4272046"/>
            <a:ext cx="4821427" cy="3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525624" y="4272046"/>
            <a:ext cx="4821427" cy="3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114910" y="8602031"/>
            <a:ext cx="4821427" cy="3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020581" y="8602031"/>
            <a:ext cx="4821427" cy="3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10961" y="2883859"/>
            <a:ext cx="2014107" cy="201410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83101" y="2883859"/>
            <a:ext cx="2014107" cy="20141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10961" y="6164297"/>
            <a:ext cx="2014107" cy="201410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12179" y="6164297"/>
            <a:ext cx="2014107" cy="201410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014172" y="5836786"/>
            <a:ext cx="4243924" cy="2984476"/>
          </a:xfrm>
          <a:custGeom>
            <a:avLst/>
            <a:gdLst/>
            <a:ahLst/>
            <a:cxnLst/>
            <a:rect l="l" t="t" r="r" b="b"/>
            <a:pathLst>
              <a:path w="4243924" h="2984476">
                <a:moveTo>
                  <a:pt x="0" y="0"/>
                </a:moveTo>
                <a:lnTo>
                  <a:pt x="4243925" y="0"/>
                </a:lnTo>
                <a:lnTo>
                  <a:pt x="4243925" y="2984476"/>
                </a:lnTo>
                <a:lnTo>
                  <a:pt x="0" y="2984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6625068" y="7185638"/>
            <a:ext cx="708164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0904015" y="7185638"/>
            <a:ext cx="708164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9951142" y="3905199"/>
            <a:ext cx="1831959" cy="14288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6625179" y="3890912"/>
            <a:ext cx="1831959" cy="14288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8471426" y="3890912"/>
            <a:ext cx="0" cy="1945874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9936854" y="3890912"/>
            <a:ext cx="0" cy="1945874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4077807" y="3020393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91512" y="661716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077807" y="643163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04315" y="6435145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77807" y="3843287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077807" y="7254533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04315" y="7254533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34454" y="3972341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9" name="Freeform 29"/>
          <p:cNvSpPr/>
          <p:nvPr/>
        </p:nvSpPr>
        <p:spPr>
          <a:xfrm>
            <a:off x="15454557" y="-1189358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-8826439" y="3919487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19"/>
                </a:lnTo>
                <a:lnTo>
                  <a:pt x="0" y="10010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4983150" y="3244870"/>
            <a:ext cx="1269730" cy="1225866"/>
          </a:xfrm>
          <a:custGeom>
            <a:avLst/>
            <a:gdLst/>
            <a:ahLst/>
            <a:cxnLst/>
            <a:rect l="l" t="t" r="r" b="b"/>
            <a:pathLst>
              <a:path w="1269730" h="1225866">
                <a:moveTo>
                  <a:pt x="0" y="0"/>
                </a:moveTo>
                <a:lnTo>
                  <a:pt x="1269729" y="0"/>
                </a:lnTo>
                <a:lnTo>
                  <a:pt x="1269729" y="1225866"/>
                </a:lnTo>
                <a:lnTo>
                  <a:pt x="0" y="122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2074992" y="3142641"/>
            <a:ext cx="1430325" cy="1430325"/>
          </a:xfrm>
          <a:custGeom>
            <a:avLst/>
            <a:gdLst/>
            <a:ahLst/>
            <a:cxnLst/>
            <a:rect l="l" t="t" r="r" b="b"/>
            <a:pathLst>
              <a:path w="1430325" h="1430325">
                <a:moveTo>
                  <a:pt x="0" y="0"/>
                </a:moveTo>
                <a:lnTo>
                  <a:pt x="1430324" y="0"/>
                </a:lnTo>
                <a:lnTo>
                  <a:pt x="1430324" y="1430325"/>
                </a:lnTo>
                <a:lnTo>
                  <a:pt x="0" y="14303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4888664" y="6505097"/>
            <a:ext cx="1288728" cy="1288728"/>
          </a:xfrm>
          <a:custGeom>
            <a:avLst/>
            <a:gdLst/>
            <a:ahLst/>
            <a:cxnLst/>
            <a:rect l="l" t="t" r="r" b="b"/>
            <a:pathLst>
              <a:path w="1288728" h="1288728">
                <a:moveTo>
                  <a:pt x="0" y="0"/>
                </a:moveTo>
                <a:lnTo>
                  <a:pt x="1288729" y="0"/>
                </a:lnTo>
                <a:lnTo>
                  <a:pt x="1288729" y="1288729"/>
                </a:lnTo>
                <a:lnTo>
                  <a:pt x="0" y="12887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1964604" y="6383495"/>
            <a:ext cx="1271862" cy="1410331"/>
          </a:xfrm>
          <a:custGeom>
            <a:avLst/>
            <a:gdLst/>
            <a:ahLst/>
            <a:cxnLst/>
            <a:rect l="l" t="t" r="r" b="b"/>
            <a:pathLst>
              <a:path w="1271862" h="1410331">
                <a:moveTo>
                  <a:pt x="0" y="0"/>
                </a:moveTo>
                <a:lnTo>
                  <a:pt x="1271862" y="0"/>
                </a:lnTo>
                <a:lnTo>
                  <a:pt x="1271862" y="1410331"/>
                </a:lnTo>
                <a:lnTo>
                  <a:pt x="0" y="14103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34454" y="3152953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3027" y="2933481"/>
            <a:ext cx="6076501" cy="607650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245289" y="3288242"/>
            <a:ext cx="2014107" cy="201410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93043" y="3288242"/>
            <a:ext cx="2014107" cy="201410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45289" y="6641116"/>
            <a:ext cx="2014107" cy="201410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93043" y="6641116"/>
            <a:ext cx="2014107" cy="201410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413218" y="4266720"/>
            <a:ext cx="1831959" cy="14288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12207261" y="4266720"/>
            <a:ext cx="1831959" cy="14288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3413218" y="7662456"/>
            <a:ext cx="1831959" cy="14288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>
            <a:off x="12207261" y="7662456"/>
            <a:ext cx="1831959" cy="14288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739810" y="6940538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9531" y="7759925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4" name="Freeform 24"/>
          <p:cNvSpPr/>
          <p:nvPr/>
        </p:nvSpPr>
        <p:spPr>
          <a:xfrm>
            <a:off x="10913277" y="-7340906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-9071682" y="6641116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5558678" y="3601631"/>
            <a:ext cx="1387327" cy="1387327"/>
          </a:xfrm>
          <a:custGeom>
            <a:avLst/>
            <a:gdLst/>
            <a:ahLst/>
            <a:cxnLst/>
            <a:rect l="l" t="t" r="r" b="b"/>
            <a:pathLst>
              <a:path w="1387327" h="1387327">
                <a:moveTo>
                  <a:pt x="0" y="0"/>
                </a:moveTo>
                <a:lnTo>
                  <a:pt x="1387328" y="0"/>
                </a:lnTo>
                <a:lnTo>
                  <a:pt x="1387328" y="1387328"/>
                </a:lnTo>
                <a:lnTo>
                  <a:pt x="0" y="138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5544740" y="6931013"/>
            <a:ext cx="1401266" cy="1401266"/>
          </a:xfrm>
          <a:custGeom>
            <a:avLst/>
            <a:gdLst/>
            <a:ahLst/>
            <a:cxnLst/>
            <a:rect l="l" t="t" r="r" b="b"/>
            <a:pathLst>
              <a:path w="1401266" h="1401266">
                <a:moveTo>
                  <a:pt x="0" y="0"/>
                </a:moveTo>
                <a:lnTo>
                  <a:pt x="1401266" y="0"/>
                </a:lnTo>
                <a:lnTo>
                  <a:pt x="1401266" y="1401266"/>
                </a:lnTo>
                <a:lnTo>
                  <a:pt x="0" y="14012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0531310" y="3583602"/>
            <a:ext cx="1337572" cy="1303525"/>
          </a:xfrm>
          <a:custGeom>
            <a:avLst/>
            <a:gdLst/>
            <a:ahLst/>
            <a:cxnLst/>
            <a:rect l="l" t="t" r="r" b="b"/>
            <a:pathLst>
              <a:path w="1337572" h="1303525">
                <a:moveTo>
                  <a:pt x="0" y="0"/>
                </a:moveTo>
                <a:lnTo>
                  <a:pt x="1337573" y="0"/>
                </a:lnTo>
                <a:lnTo>
                  <a:pt x="1337573" y="1303525"/>
                </a:lnTo>
                <a:lnTo>
                  <a:pt x="0" y="1303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0610041" y="6964241"/>
            <a:ext cx="1179486" cy="1334809"/>
          </a:xfrm>
          <a:custGeom>
            <a:avLst/>
            <a:gdLst/>
            <a:ahLst/>
            <a:cxnLst/>
            <a:rect l="l" t="t" r="r" b="b"/>
            <a:pathLst>
              <a:path w="1179486" h="1334809">
                <a:moveTo>
                  <a:pt x="0" y="0"/>
                </a:moveTo>
                <a:lnTo>
                  <a:pt x="1179487" y="0"/>
                </a:lnTo>
                <a:lnTo>
                  <a:pt x="1179487" y="1334810"/>
                </a:lnTo>
                <a:lnTo>
                  <a:pt x="0" y="13348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4259044" y="352700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9810" y="3530515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259044" y="693703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259044" y="434990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79531" y="434990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259044" y="7759925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3413218" y="4123533"/>
            <a:ext cx="343524" cy="343524"/>
            <a:chOff x="0" y="0"/>
            <a:chExt cx="90476" cy="9047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695696" y="4123533"/>
            <a:ext cx="343524" cy="343524"/>
            <a:chOff x="0" y="0"/>
            <a:chExt cx="90476" cy="9047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413218" y="7490694"/>
            <a:ext cx="343524" cy="343524"/>
            <a:chOff x="0" y="0"/>
            <a:chExt cx="90476" cy="9047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695696" y="7490694"/>
            <a:ext cx="343524" cy="343524"/>
            <a:chOff x="0" y="0"/>
            <a:chExt cx="90476" cy="9047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347581"/>
            <a:ext cx="4884678" cy="488467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2A4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002270" y="3910904"/>
            <a:ext cx="269853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5913378" y="5821857"/>
            <a:ext cx="7528773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5002270" y="7704234"/>
            <a:ext cx="269853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014172" y="2966455"/>
            <a:ext cx="2014107" cy="201410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435097" y="2876001"/>
            <a:ext cx="2014107" cy="201410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14172" y="6697181"/>
            <a:ext cx="2014107" cy="201410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435097" y="6697181"/>
            <a:ext cx="2014107" cy="201410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7312456" y="3411647"/>
            <a:ext cx="1417540" cy="1123722"/>
          </a:xfrm>
          <a:custGeom>
            <a:avLst/>
            <a:gdLst/>
            <a:ahLst/>
            <a:cxnLst/>
            <a:rect l="l" t="t" r="r" b="b"/>
            <a:pathLst>
              <a:path w="1417540" h="1123722">
                <a:moveTo>
                  <a:pt x="0" y="0"/>
                </a:moveTo>
                <a:lnTo>
                  <a:pt x="1417539" y="0"/>
                </a:lnTo>
                <a:lnTo>
                  <a:pt x="1417539" y="1123723"/>
                </a:lnTo>
                <a:lnTo>
                  <a:pt x="0" y="11237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7451463" y="6998194"/>
            <a:ext cx="1139526" cy="1189259"/>
          </a:xfrm>
          <a:custGeom>
            <a:avLst/>
            <a:gdLst/>
            <a:ahLst/>
            <a:cxnLst/>
            <a:rect l="l" t="t" r="r" b="b"/>
            <a:pathLst>
              <a:path w="1139526" h="1189259">
                <a:moveTo>
                  <a:pt x="0" y="0"/>
                </a:moveTo>
                <a:lnTo>
                  <a:pt x="1139526" y="0"/>
                </a:lnTo>
                <a:lnTo>
                  <a:pt x="1139526" y="1189259"/>
                </a:lnTo>
                <a:lnTo>
                  <a:pt x="0" y="1189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808103" y="4144633"/>
            <a:ext cx="3325872" cy="3325872"/>
          </a:xfrm>
          <a:custGeom>
            <a:avLst/>
            <a:gdLst/>
            <a:ahLst/>
            <a:cxnLst/>
            <a:rect l="l" t="t" r="r" b="b"/>
            <a:pathLst>
              <a:path w="3325872" h="3325872">
                <a:moveTo>
                  <a:pt x="0" y="0"/>
                </a:moveTo>
                <a:lnTo>
                  <a:pt x="3325872" y="0"/>
                </a:lnTo>
                <a:lnTo>
                  <a:pt x="3325872" y="3325872"/>
                </a:lnTo>
                <a:lnTo>
                  <a:pt x="0" y="332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 flipV="1">
            <a:off x="13456438" y="4890108"/>
            <a:ext cx="0" cy="1807073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2730372" y="7013349"/>
            <a:ext cx="1359859" cy="1189259"/>
          </a:xfrm>
          <a:custGeom>
            <a:avLst/>
            <a:gdLst/>
            <a:ahLst/>
            <a:cxnLst/>
            <a:rect l="l" t="t" r="r" b="b"/>
            <a:pathLst>
              <a:path w="1359859" h="1189259">
                <a:moveTo>
                  <a:pt x="0" y="0"/>
                </a:moveTo>
                <a:lnTo>
                  <a:pt x="1359859" y="0"/>
                </a:lnTo>
                <a:lnTo>
                  <a:pt x="1359859" y="1189258"/>
                </a:lnTo>
                <a:lnTo>
                  <a:pt x="0" y="11892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2665743" y="3014520"/>
            <a:ext cx="1581389" cy="1561262"/>
          </a:xfrm>
          <a:custGeom>
            <a:avLst/>
            <a:gdLst/>
            <a:ahLst/>
            <a:cxnLst/>
            <a:rect l="l" t="t" r="r" b="b"/>
            <a:pathLst>
              <a:path w="1581389" h="1561262">
                <a:moveTo>
                  <a:pt x="0" y="0"/>
                </a:moveTo>
                <a:lnTo>
                  <a:pt x="1581389" y="0"/>
                </a:lnTo>
                <a:lnTo>
                  <a:pt x="1581389" y="1561263"/>
                </a:lnTo>
                <a:lnTo>
                  <a:pt x="0" y="15612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27" name="Freeform 27"/>
          <p:cNvSpPr/>
          <p:nvPr/>
        </p:nvSpPr>
        <p:spPr>
          <a:xfrm>
            <a:off x="11137322" y="-7448944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2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-9013861" y="2008039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2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9504625" y="317119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925550" y="317119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04625" y="702287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925550" y="702287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04625" y="3994086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925550" y="3994086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04625" y="7845767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925550" y="7845767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123455" y="4009349"/>
            <a:ext cx="3332425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9548436" y="4009349"/>
            <a:ext cx="3332425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123455" y="7781085"/>
            <a:ext cx="3332425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9548436" y="7781085"/>
            <a:ext cx="3332425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116402" y="2988008"/>
            <a:ext cx="2014107" cy="201410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116402" y="6759744"/>
            <a:ext cx="2014107" cy="201410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873808" y="2988008"/>
            <a:ext cx="2014107" cy="201410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873808" y="6759744"/>
            <a:ext cx="2014107" cy="201410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8455881" y="3995061"/>
            <a:ext cx="15545" cy="3786023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9548436" y="3995061"/>
            <a:ext cx="14288" cy="3786023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7856030" y="4401288"/>
            <a:ext cx="2575939" cy="257593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4090231" y="324250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62155" y="3246015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90231" y="7027085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62155" y="7030591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090231" y="406540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01876" y="406540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090231" y="7849979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01876" y="7849979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1" name="Freeform 31"/>
          <p:cNvSpPr/>
          <p:nvPr/>
        </p:nvSpPr>
        <p:spPr>
          <a:xfrm>
            <a:off x="-8568523" y="3201509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5097590" y="-752320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4544539" y="3430881"/>
            <a:ext cx="1157833" cy="1128361"/>
          </a:xfrm>
          <a:custGeom>
            <a:avLst/>
            <a:gdLst/>
            <a:ahLst/>
            <a:cxnLst/>
            <a:rect l="l" t="t" r="r" b="b"/>
            <a:pathLst>
              <a:path w="1157833" h="1128361">
                <a:moveTo>
                  <a:pt x="0" y="0"/>
                </a:moveTo>
                <a:lnTo>
                  <a:pt x="1157833" y="0"/>
                </a:lnTo>
                <a:lnTo>
                  <a:pt x="1157833" y="1128361"/>
                </a:lnTo>
                <a:lnTo>
                  <a:pt x="0" y="11283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2276804" y="7090154"/>
            <a:ext cx="1208116" cy="1353287"/>
          </a:xfrm>
          <a:custGeom>
            <a:avLst/>
            <a:gdLst/>
            <a:ahLst/>
            <a:cxnLst/>
            <a:rect l="l" t="t" r="r" b="b"/>
            <a:pathLst>
              <a:path w="1208116" h="1353287">
                <a:moveTo>
                  <a:pt x="0" y="0"/>
                </a:moveTo>
                <a:lnTo>
                  <a:pt x="1208116" y="0"/>
                </a:lnTo>
                <a:lnTo>
                  <a:pt x="1208116" y="1353286"/>
                </a:lnTo>
                <a:lnTo>
                  <a:pt x="0" y="1353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2276804" y="3181851"/>
            <a:ext cx="1335966" cy="1508792"/>
          </a:xfrm>
          <a:custGeom>
            <a:avLst/>
            <a:gdLst/>
            <a:ahLst/>
            <a:cxnLst/>
            <a:rect l="l" t="t" r="r" b="b"/>
            <a:pathLst>
              <a:path w="1335966" h="1508792">
                <a:moveTo>
                  <a:pt x="0" y="0"/>
                </a:moveTo>
                <a:lnTo>
                  <a:pt x="1335966" y="0"/>
                </a:lnTo>
                <a:lnTo>
                  <a:pt x="1335966" y="1508792"/>
                </a:lnTo>
                <a:lnTo>
                  <a:pt x="0" y="15087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4497116" y="7143577"/>
            <a:ext cx="1252679" cy="1372457"/>
          </a:xfrm>
          <a:custGeom>
            <a:avLst/>
            <a:gdLst/>
            <a:ahLst/>
            <a:cxnLst/>
            <a:rect l="l" t="t" r="r" b="b"/>
            <a:pathLst>
              <a:path w="1252679" h="1372457">
                <a:moveTo>
                  <a:pt x="0" y="0"/>
                </a:moveTo>
                <a:lnTo>
                  <a:pt x="1252679" y="0"/>
                </a:lnTo>
                <a:lnTo>
                  <a:pt x="1252679" y="1372457"/>
                </a:lnTo>
                <a:lnTo>
                  <a:pt x="0" y="13724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8365196" y="4846065"/>
            <a:ext cx="1557608" cy="1686386"/>
          </a:xfrm>
          <a:custGeom>
            <a:avLst/>
            <a:gdLst/>
            <a:ahLst/>
            <a:cxnLst/>
            <a:rect l="l" t="t" r="r" b="b"/>
            <a:pathLst>
              <a:path w="1557608" h="1686386">
                <a:moveTo>
                  <a:pt x="0" y="0"/>
                </a:moveTo>
                <a:lnTo>
                  <a:pt x="1557608" y="0"/>
                </a:lnTo>
                <a:lnTo>
                  <a:pt x="1557608" y="1686386"/>
                </a:lnTo>
                <a:lnTo>
                  <a:pt x="0" y="16863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504625" y="3224385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130509" y="3224385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504625" y="7862047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130509" y="7862047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42807" y="8522046"/>
            <a:ext cx="1016782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3042807" y="6012640"/>
            <a:ext cx="1016782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3042807" y="3595937"/>
            <a:ext cx="1016782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2718171"/>
            <a:ext cx="2014107" cy="20141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5019874"/>
            <a:ext cx="2014107" cy="201410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7500706"/>
            <a:ext cx="2014107" cy="201410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059589" y="2917531"/>
            <a:ext cx="3823502" cy="1385387"/>
            <a:chOff x="0" y="0"/>
            <a:chExt cx="1007013" cy="3648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07013" cy="364876"/>
            </a:xfrm>
            <a:custGeom>
              <a:avLst/>
              <a:gdLst/>
              <a:ahLst/>
              <a:cxnLst/>
              <a:rect l="l" t="t" r="r" b="b"/>
              <a:pathLst>
                <a:path w="1007013" h="364876">
                  <a:moveTo>
                    <a:pt x="0" y="0"/>
                  </a:moveTo>
                  <a:lnTo>
                    <a:pt x="1007013" y="0"/>
                  </a:lnTo>
                  <a:lnTo>
                    <a:pt x="1007013" y="364876"/>
                  </a:lnTo>
                  <a:lnTo>
                    <a:pt x="0" y="364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007013" cy="412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24187" y="2917531"/>
            <a:ext cx="3823502" cy="1385387"/>
            <a:chOff x="0" y="0"/>
            <a:chExt cx="1007013" cy="36487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07013" cy="364876"/>
            </a:xfrm>
            <a:custGeom>
              <a:avLst/>
              <a:gdLst/>
              <a:ahLst/>
              <a:cxnLst/>
              <a:rect l="l" t="t" r="r" b="b"/>
              <a:pathLst>
                <a:path w="1007013" h="364876">
                  <a:moveTo>
                    <a:pt x="0" y="0"/>
                  </a:moveTo>
                  <a:lnTo>
                    <a:pt x="1007013" y="0"/>
                  </a:lnTo>
                  <a:lnTo>
                    <a:pt x="1007013" y="364876"/>
                  </a:lnTo>
                  <a:lnTo>
                    <a:pt x="0" y="364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07013" cy="412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059589" y="5334234"/>
            <a:ext cx="3823502" cy="1385387"/>
            <a:chOff x="0" y="0"/>
            <a:chExt cx="1007013" cy="3648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07013" cy="364876"/>
            </a:xfrm>
            <a:custGeom>
              <a:avLst/>
              <a:gdLst/>
              <a:ahLst/>
              <a:cxnLst/>
              <a:rect l="l" t="t" r="r" b="b"/>
              <a:pathLst>
                <a:path w="1007013" h="364876">
                  <a:moveTo>
                    <a:pt x="0" y="0"/>
                  </a:moveTo>
                  <a:lnTo>
                    <a:pt x="1007013" y="0"/>
                  </a:lnTo>
                  <a:lnTo>
                    <a:pt x="1007013" y="364876"/>
                  </a:lnTo>
                  <a:lnTo>
                    <a:pt x="0" y="364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007013" cy="412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24187" y="5334234"/>
            <a:ext cx="3823502" cy="1385387"/>
            <a:chOff x="0" y="0"/>
            <a:chExt cx="1007013" cy="36487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07013" cy="364876"/>
            </a:xfrm>
            <a:custGeom>
              <a:avLst/>
              <a:gdLst/>
              <a:ahLst/>
              <a:cxnLst/>
              <a:rect l="l" t="t" r="r" b="b"/>
              <a:pathLst>
                <a:path w="1007013" h="364876">
                  <a:moveTo>
                    <a:pt x="0" y="0"/>
                  </a:moveTo>
                  <a:lnTo>
                    <a:pt x="1007013" y="0"/>
                  </a:lnTo>
                  <a:lnTo>
                    <a:pt x="1007013" y="364876"/>
                  </a:lnTo>
                  <a:lnTo>
                    <a:pt x="0" y="364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007013" cy="412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059589" y="7872913"/>
            <a:ext cx="3823502" cy="1385387"/>
            <a:chOff x="0" y="0"/>
            <a:chExt cx="1007013" cy="3648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07013" cy="364876"/>
            </a:xfrm>
            <a:custGeom>
              <a:avLst/>
              <a:gdLst/>
              <a:ahLst/>
              <a:cxnLst/>
              <a:rect l="l" t="t" r="r" b="b"/>
              <a:pathLst>
                <a:path w="1007013" h="364876">
                  <a:moveTo>
                    <a:pt x="0" y="0"/>
                  </a:moveTo>
                  <a:lnTo>
                    <a:pt x="1007013" y="0"/>
                  </a:lnTo>
                  <a:lnTo>
                    <a:pt x="1007013" y="364876"/>
                  </a:lnTo>
                  <a:lnTo>
                    <a:pt x="0" y="364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007013" cy="412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24187" y="7872913"/>
            <a:ext cx="3823502" cy="1385387"/>
            <a:chOff x="0" y="0"/>
            <a:chExt cx="1007013" cy="3648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07013" cy="364876"/>
            </a:xfrm>
            <a:custGeom>
              <a:avLst/>
              <a:gdLst/>
              <a:ahLst/>
              <a:cxnLst/>
              <a:rect l="l" t="t" r="r" b="b"/>
              <a:pathLst>
                <a:path w="1007013" h="364876">
                  <a:moveTo>
                    <a:pt x="0" y="0"/>
                  </a:moveTo>
                  <a:lnTo>
                    <a:pt x="1007013" y="0"/>
                  </a:lnTo>
                  <a:lnTo>
                    <a:pt x="1007013" y="364876"/>
                  </a:lnTo>
                  <a:lnTo>
                    <a:pt x="0" y="364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007013" cy="412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2" name="AutoShape 32"/>
          <p:cNvSpPr/>
          <p:nvPr/>
        </p:nvSpPr>
        <p:spPr>
          <a:xfrm>
            <a:off x="7883090" y="3610225"/>
            <a:ext cx="154109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>
            <a:off x="7883090" y="6041215"/>
            <a:ext cx="154109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>
            <a:off x="7883090" y="8522046"/>
            <a:ext cx="154109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427167" y="2929159"/>
            <a:ext cx="1217173" cy="1333556"/>
          </a:xfrm>
          <a:custGeom>
            <a:avLst/>
            <a:gdLst/>
            <a:ahLst/>
            <a:cxnLst/>
            <a:rect l="l" t="t" r="r" b="b"/>
            <a:pathLst>
              <a:path w="1217173" h="1333556">
                <a:moveTo>
                  <a:pt x="0" y="0"/>
                </a:moveTo>
                <a:lnTo>
                  <a:pt x="1217173" y="0"/>
                </a:lnTo>
                <a:lnTo>
                  <a:pt x="1217173" y="1333556"/>
                </a:lnTo>
                <a:lnTo>
                  <a:pt x="0" y="133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427167" y="5410057"/>
            <a:ext cx="1170933" cy="1233741"/>
          </a:xfrm>
          <a:custGeom>
            <a:avLst/>
            <a:gdLst/>
            <a:ahLst/>
            <a:cxnLst/>
            <a:rect l="l" t="t" r="r" b="b"/>
            <a:pathLst>
              <a:path w="1170933" h="1233741">
                <a:moveTo>
                  <a:pt x="0" y="0"/>
                </a:moveTo>
                <a:lnTo>
                  <a:pt x="1170933" y="0"/>
                </a:lnTo>
                <a:lnTo>
                  <a:pt x="1170933" y="1233741"/>
                </a:lnTo>
                <a:lnTo>
                  <a:pt x="0" y="12337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426507" y="7872913"/>
            <a:ext cx="1171592" cy="1171592"/>
          </a:xfrm>
          <a:custGeom>
            <a:avLst/>
            <a:gdLst/>
            <a:ahLst/>
            <a:cxnLst/>
            <a:rect l="l" t="t" r="r" b="b"/>
            <a:pathLst>
              <a:path w="1171592" h="1171592">
                <a:moveTo>
                  <a:pt x="0" y="0"/>
                </a:moveTo>
                <a:lnTo>
                  <a:pt x="1171593" y="0"/>
                </a:lnTo>
                <a:lnTo>
                  <a:pt x="1171593" y="1171592"/>
                </a:lnTo>
                <a:lnTo>
                  <a:pt x="0" y="1171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362223" y="3097291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362223" y="548986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62223" y="800911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754116" y="3097291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754116" y="548986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754116" y="800911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339655" y="3877364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39655" y="6269937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339655" y="8789185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731548" y="3877364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731548" y="6269937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731548" y="8789185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1" name="Freeform 51"/>
          <p:cNvSpPr/>
          <p:nvPr/>
        </p:nvSpPr>
        <p:spPr>
          <a:xfrm>
            <a:off x="12999645" y="-495808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Freeform 52"/>
          <p:cNvSpPr/>
          <p:nvPr/>
        </p:nvSpPr>
        <p:spPr>
          <a:xfrm>
            <a:off x="-9339711" y="3924989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190" y="2616395"/>
            <a:ext cx="7087619" cy="7087619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 rot="1117918">
            <a:off x="14194207" y="-659393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117918">
            <a:off x="-8365311" y="2448137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5681988" y="6174492"/>
            <a:ext cx="508838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2097175" y="6174492"/>
            <a:ext cx="529785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2641248" y="4580648"/>
            <a:ext cx="0" cy="3513563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5671713" y="4580648"/>
            <a:ext cx="0" cy="3513563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5485663" y="4571195"/>
            <a:ext cx="343524" cy="343524"/>
            <a:chOff x="0" y="0"/>
            <a:chExt cx="90476" cy="90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485663" y="7746033"/>
            <a:ext cx="343524" cy="343524"/>
            <a:chOff x="0" y="0"/>
            <a:chExt cx="90476" cy="904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469485" y="4571195"/>
            <a:ext cx="343524" cy="343524"/>
            <a:chOff x="0" y="0"/>
            <a:chExt cx="90476" cy="9047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469485" y="7746033"/>
            <a:ext cx="343524" cy="343524"/>
            <a:chOff x="0" y="0"/>
            <a:chExt cx="90476" cy="904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26960" y="3416766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96"/>
              </a:lnSpc>
              <a:spcBef>
                <a:spcPct val="0"/>
              </a:spcBef>
            </a:pPr>
            <a:r>
              <a:rPr lang="en-US" sz="4746" u="none" strike="noStrike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03204" y="3420272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696"/>
              </a:lnSpc>
              <a:spcBef>
                <a:spcPct val="0"/>
              </a:spcBef>
            </a:pPr>
            <a:r>
              <a:rPr lang="en-US" sz="4746" u="none" strike="noStrike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26960" y="8222907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03204" y="8226413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604392" y="4196839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41284" y="4196839"/>
            <a:ext cx="3516141" cy="25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604392" y="9002980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141284" y="9002980"/>
            <a:ext cx="3516141" cy="25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321453" y="3112628"/>
            <a:ext cx="0" cy="4798978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4313881" y="5604851"/>
            <a:ext cx="10043719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4313881" y="3093051"/>
            <a:ext cx="10043719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4313881" y="7911606"/>
            <a:ext cx="10043719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7960070" y="4288554"/>
            <a:ext cx="2722767" cy="272276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85838" y="7739844"/>
            <a:ext cx="343524" cy="343524"/>
            <a:chOff x="0" y="0"/>
            <a:chExt cx="90476" cy="90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13881" y="7739844"/>
            <a:ext cx="343524" cy="343524"/>
            <a:chOff x="0" y="0"/>
            <a:chExt cx="90476" cy="904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185838" y="5447376"/>
            <a:ext cx="343524" cy="343524"/>
            <a:chOff x="0" y="0"/>
            <a:chExt cx="90476" cy="9047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13881" y="5447376"/>
            <a:ext cx="343524" cy="343524"/>
            <a:chOff x="0" y="0"/>
            <a:chExt cx="90476" cy="904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185838" y="2921289"/>
            <a:ext cx="343524" cy="343524"/>
            <a:chOff x="0" y="0"/>
            <a:chExt cx="90476" cy="9047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13881" y="2921289"/>
            <a:ext cx="343524" cy="343524"/>
            <a:chOff x="0" y="0"/>
            <a:chExt cx="90476" cy="904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8415560" y="4832987"/>
            <a:ext cx="1811786" cy="1633901"/>
          </a:xfrm>
          <a:custGeom>
            <a:avLst/>
            <a:gdLst/>
            <a:ahLst/>
            <a:cxnLst/>
            <a:rect l="l" t="t" r="r" b="b"/>
            <a:pathLst>
              <a:path w="1811786" h="1633901">
                <a:moveTo>
                  <a:pt x="0" y="0"/>
                </a:moveTo>
                <a:lnTo>
                  <a:pt x="1811786" y="0"/>
                </a:lnTo>
                <a:lnTo>
                  <a:pt x="1811786" y="1633901"/>
                </a:lnTo>
                <a:lnTo>
                  <a:pt x="0" y="1633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4208406" y="357669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47941" y="3580198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208406" y="6105226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47941" y="6108732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185838" y="4356765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86021" y="4356765"/>
            <a:ext cx="3516141" cy="25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185838" y="6885299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86021" y="6885299"/>
            <a:ext cx="3516141" cy="25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208406" y="8397693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47941" y="8401199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185838" y="9177766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86021" y="9177766"/>
            <a:ext cx="3516141" cy="25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41" name="Freeform 41"/>
          <p:cNvSpPr/>
          <p:nvPr/>
        </p:nvSpPr>
        <p:spPr>
          <a:xfrm rot="1117918">
            <a:off x="12835785" y="-6295305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899" y="0"/>
                </a:lnTo>
                <a:lnTo>
                  <a:pt x="12484899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 rot="1117918">
            <a:off x="-9821674" y="-2517290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85643" y="4121955"/>
            <a:ext cx="3651303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4485643" y="6746944"/>
            <a:ext cx="3651303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151053" y="5335567"/>
            <a:ext cx="3651303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151053" y="7911472"/>
            <a:ext cx="3651303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7129893" y="3135410"/>
            <a:ext cx="2014107" cy="201410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4314226"/>
            <a:ext cx="2014107" cy="201410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0" y="6918706"/>
            <a:ext cx="2014107" cy="201410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129893" y="5739891"/>
            <a:ext cx="2014107" cy="201410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85643" y="3970701"/>
            <a:ext cx="343524" cy="343524"/>
            <a:chOff x="0" y="0"/>
            <a:chExt cx="90476" cy="904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85643" y="6575182"/>
            <a:ext cx="343524" cy="343524"/>
            <a:chOff x="0" y="0"/>
            <a:chExt cx="90476" cy="9047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458832" y="7739710"/>
            <a:ext cx="343524" cy="343524"/>
            <a:chOff x="0" y="0"/>
            <a:chExt cx="90476" cy="904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458832" y="5149517"/>
            <a:ext cx="343524" cy="343524"/>
            <a:chOff x="0" y="0"/>
            <a:chExt cx="90476" cy="9047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97740" y="7167264"/>
            <a:ext cx="3516141" cy="25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093068" y="4808345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70500" y="5588418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34" name="Freeform 34"/>
          <p:cNvSpPr/>
          <p:nvPr/>
        </p:nvSpPr>
        <p:spPr>
          <a:xfrm rot="1117918">
            <a:off x="11656776" y="-4353668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19"/>
                </a:lnTo>
                <a:lnTo>
                  <a:pt x="0" y="10010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 rot="1117918">
            <a:off x="-5213750" y="7767403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7298388" y="3261494"/>
            <a:ext cx="1677117" cy="1720922"/>
          </a:xfrm>
          <a:custGeom>
            <a:avLst/>
            <a:gdLst/>
            <a:ahLst/>
            <a:cxnLst/>
            <a:rect l="l" t="t" r="r" b="b"/>
            <a:pathLst>
              <a:path w="1677117" h="1720922">
                <a:moveTo>
                  <a:pt x="0" y="0"/>
                </a:moveTo>
                <a:lnTo>
                  <a:pt x="1677117" y="0"/>
                </a:lnTo>
                <a:lnTo>
                  <a:pt x="1677117" y="1720922"/>
                </a:lnTo>
                <a:lnTo>
                  <a:pt x="0" y="1720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7444973" y="6044824"/>
            <a:ext cx="1383947" cy="1170064"/>
          </a:xfrm>
          <a:custGeom>
            <a:avLst/>
            <a:gdLst/>
            <a:ahLst/>
            <a:cxnLst/>
            <a:rect l="l" t="t" r="r" b="b"/>
            <a:pathLst>
              <a:path w="1383947" h="1170064">
                <a:moveTo>
                  <a:pt x="0" y="0"/>
                </a:moveTo>
                <a:lnTo>
                  <a:pt x="1383947" y="0"/>
                </a:lnTo>
                <a:lnTo>
                  <a:pt x="1383947" y="1170065"/>
                </a:lnTo>
                <a:lnTo>
                  <a:pt x="0" y="1170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9531815" y="7284250"/>
            <a:ext cx="1238478" cy="1254443"/>
          </a:xfrm>
          <a:custGeom>
            <a:avLst/>
            <a:gdLst/>
            <a:ahLst/>
            <a:cxnLst/>
            <a:rect l="l" t="t" r="r" b="b"/>
            <a:pathLst>
              <a:path w="1238478" h="1254443">
                <a:moveTo>
                  <a:pt x="0" y="0"/>
                </a:moveTo>
                <a:lnTo>
                  <a:pt x="1238477" y="0"/>
                </a:lnTo>
                <a:lnTo>
                  <a:pt x="1238477" y="1254444"/>
                </a:lnTo>
                <a:lnTo>
                  <a:pt x="0" y="12544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9464681" y="4744481"/>
            <a:ext cx="1305611" cy="1182171"/>
          </a:xfrm>
          <a:custGeom>
            <a:avLst/>
            <a:gdLst/>
            <a:ahLst/>
            <a:cxnLst/>
            <a:rect l="l" t="t" r="r" b="b"/>
            <a:pathLst>
              <a:path w="1305611" h="1182171">
                <a:moveTo>
                  <a:pt x="0" y="0"/>
                </a:moveTo>
                <a:lnTo>
                  <a:pt x="1305611" y="0"/>
                </a:lnTo>
                <a:lnTo>
                  <a:pt x="1305611" y="1182171"/>
                </a:lnTo>
                <a:lnTo>
                  <a:pt x="0" y="11821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859659" y="3819541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59659" y="6429143"/>
            <a:ext cx="245422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7740" y="4557662"/>
            <a:ext cx="3516141" cy="25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093068" y="7398538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070500" y="8178611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43211"/>
            <a:ext cx="3823502" cy="6414588"/>
            <a:chOff x="0" y="0"/>
            <a:chExt cx="1007013" cy="16894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7013" cy="1689439"/>
            </a:xfrm>
            <a:custGeom>
              <a:avLst/>
              <a:gdLst/>
              <a:ahLst/>
              <a:cxnLst/>
              <a:rect l="l" t="t" r="r" b="b"/>
              <a:pathLst>
                <a:path w="1007013" h="1689439">
                  <a:moveTo>
                    <a:pt x="0" y="0"/>
                  </a:moveTo>
                  <a:lnTo>
                    <a:pt x="1007013" y="0"/>
                  </a:lnTo>
                  <a:lnTo>
                    <a:pt x="1007013" y="1689439"/>
                  </a:lnTo>
                  <a:lnTo>
                    <a:pt x="0" y="168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007013" cy="1737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852202" y="5864793"/>
            <a:ext cx="1384659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4852202" y="3698120"/>
            <a:ext cx="1384659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1932600" y="3698120"/>
            <a:ext cx="1842426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11932600" y="5881962"/>
            <a:ext cx="1842426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V="1">
            <a:off x="11932600" y="8115133"/>
            <a:ext cx="1842426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4852202" y="8125130"/>
            <a:ext cx="1384659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07119" y="4956333"/>
            <a:ext cx="2014107" cy="201410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477820" y="5308127"/>
            <a:ext cx="1072706" cy="1442514"/>
          </a:xfrm>
          <a:custGeom>
            <a:avLst/>
            <a:gdLst/>
            <a:ahLst/>
            <a:cxnLst/>
            <a:rect l="l" t="t" r="r" b="b"/>
            <a:pathLst>
              <a:path w="1072706" h="1442514">
                <a:moveTo>
                  <a:pt x="0" y="0"/>
                </a:moveTo>
                <a:lnTo>
                  <a:pt x="1072705" y="0"/>
                </a:lnTo>
                <a:lnTo>
                  <a:pt x="1072705" y="1442513"/>
                </a:lnTo>
                <a:lnTo>
                  <a:pt x="0" y="1442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6007119" y="2643211"/>
            <a:ext cx="2014107" cy="201410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6354820" y="2972767"/>
            <a:ext cx="1318704" cy="1422131"/>
          </a:xfrm>
          <a:custGeom>
            <a:avLst/>
            <a:gdLst/>
            <a:ahLst/>
            <a:cxnLst/>
            <a:rect l="l" t="t" r="r" b="b"/>
            <a:pathLst>
              <a:path w="1318704" h="1422131">
                <a:moveTo>
                  <a:pt x="0" y="0"/>
                </a:moveTo>
                <a:lnTo>
                  <a:pt x="1318704" y="0"/>
                </a:lnTo>
                <a:lnTo>
                  <a:pt x="1318704" y="1422131"/>
                </a:lnTo>
                <a:lnTo>
                  <a:pt x="0" y="1422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6007119" y="7132364"/>
            <a:ext cx="2014107" cy="201410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6407848" y="7577190"/>
            <a:ext cx="1212648" cy="1124456"/>
          </a:xfrm>
          <a:custGeom>
            <a:avLst/>
            <a:gdLst/>
            <a:ahLst/>
            <a:cxnLst/>
            <a:rect l="l" t="t" r="r" b="b"/>
            <a:pathLst>
              <a:path w="1212648" h="1124456">
                <a:moveTo>
                  <a:pt x="0" y="0"/>
                </a:moveTo>
                <a:lnTo>
                  <a:pt x="1212648" y="0"/>
                </a:lnTo>
                <a:lnTo>
                  <a:pt x="1212648" y="1124455"/>
                </a:lnTo>
                <a:lnTo>
                  <a:pt x="0" y="11244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4337314" y="5499337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37314" y="778824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3603264" y="3536355"/>
            <a:ext cx="343524" cy="343524"/>
            <a:chOff x="0" y="0"/>
            <a:chExt cx="90476" cy="904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603264" y="5720196"/>
            <a:ext cx="343524" cy="343524"/>
            <a:chOff x="0" y="0"/>
            <a:chExt cx="90476" cy="904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603264" y="7953368"/>
            <a:ext cx="343524" cy="343524"/>
            <a:chOff x="0" y="0"/>
            <a:chExt cx="90476" cy="904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932600" y="3536355"/>
            <a:ext cx="343524" cy="343524"/>
            <a:chOff x="0" y="0"/>
            <a:chExt cx="90476" cy="9047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932600" y="5720196"/>
            <a:ext cx="343524" cy="343524"/>
            <a:chOff x="0" y="0"/>
            <a:chExt cx="90476" cy="9047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932600" y="7953368"/>
            <a:ext cx="343524" cy="343524"/>
            <a:chOff x="0" y="0"/>
            <a:chExt cx="90476" cy="9047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4" name="Freeform 44"/>
          <p:cNvSpPr/>
          <p:nvPr/>
        </p:nvSpPr>
        <p:spPr>
          <a:xfrm rot="1117918">
            <a:off x="15609286" y="3855462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45"/>
          <p:cNvSpPr/>
          <p:nvPr/>
        </p:nvSpPr>
        <p:spPr>
          <a:xfrm rot="1117918">
            <a:off x="4987004" y="-9232820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1753880" y="402240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753880" y="5047846"/>
            <a:ext cx="2373141" cy="263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37"/>
              </a:lnSpc>
            </a:pPr>
            <a:r>
              <a:rPr lang="en-US" sz="1384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Regular physical activity offers numerous benefits for both body and mind. Here's why exercise should be a part of your daily routine</a:t>
            </a:r>
          </a:p>
          <a:p>
            <a:pPr algn="just">
              <a:lnSpc>
                <a:spcPts val="1937"/>
              </a:lnSpc>
            </a:pPr>
            <a:endParaRPr lang="en-US" sz="1384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just">
              <a:lnSpc>
                <a:spcPts val="1937"/>
              </a:lnSpc>
              <a:spcBef>
                <a:spcPct val="0"/>
              </a:spcBef>
            </a:pPr>
            <a:r>
              <a:rPr lang="en-US" sz="1384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Regular physical activity offers numerous benefits for both body and mind. Here's why exercise should be a part of your daily routine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439028" y="3185186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337314" y="3356948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39028" y="535185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39028" y="7626483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16459" y="3965259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16459" y="6131932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416459" y="8406556"/>
            <a:ext cx="3516141" cy="2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7"/>
              </a:lnSpc>
              <a:spcBef>
                <a:spcPct val="0"/>
              </a:spcBef>
            </a:pPr>
            <a:r>
              <a:rPr lang="en-US" sz="1384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654" y="1681105"/>
            <a:ext cx="12518650" cy="831703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9289" y="284052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9289" y="4969105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9289" y="3663417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9289" y="5791998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9289" y="734137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39289" y="8164266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3019930"/>
            <a:ext cx="343524" cy="343524"/>
            <a:chOff x="0" y="0"/>
            <a:chExt cx="90476" cy="904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5148511"/>
            <a:ext cx="343524" cy="343524"/>
            <a:chOff x="0" y="0"/>
            <a:chExt cx="90476" cy="904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7436566"/>
            <a:ext cx="343524" cy="343524"/>
            <a:chOff x="0" y="0"/>
            <a:chExt cx="90476" cy="904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1117918">
            <a:off x="6157492" y="-8911683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1117918">
            <a:off x="-5881007" y="8190115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51" y="1824448"/>
            <a:ext cx="10332588" cy="829490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968511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79955" y="3818927"/>
            <a:ext cx="343749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79955" y="5971898"/>
            <a:ext cx="343749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0279955" y="8124870"/>
            <a:ext cx="3437497" cy="0"/>
          </a:xfrm>
          <a:prstGeom prst="line">
            <a:avLst/>
          </a:prstGeom>
          <a:ln w="28575" cap="flat">
            <a:solidFill>
              <a:srgbClr val="262A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3545690" y="3647165"/>
            <a:ext cx="343524" cy="343524"/>
            <a:chOff x="0" y="0"/>
            <a:chExt cx="90476" cy="904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79955" y="3647165"/>
            <a:ext cx="343524" cy="343524"/>
            <a:chOff x="0" y="0"/>
            <a:chExt cx="90476" cy="904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545690" y="5800136"/>
            <a:ext cx="343524" cy="343524"/>
            <a:chOff x="0" y="0"/>
            <a:chExt cx="90476" cy="904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79955" y="5800136"/>
            <a:ext cx="343524" cy="343524"/>
            <a:chOff x="0" y="0"/>
            <a:chExt cx="90476" cy="904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45690" y="7953107"/>
            <a:ext cx="343524" cy="343524"/>
            <a:chOff x="0" y="0"/>
            <a:chExt cx="90476" cy="9047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79955" y="7953107"/>
            <a:ext cx="343524" cy="343524"/>
            <a:chOff x="0" y="0"/>
            <a:chExt cx="90476" cy="9047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0476" cy="90476"/>
            </a:xfrm>
            <a:custGeom>
              <a:avLst/>
              <a:gdLst/>
              <a:ahLst/>
              <a:cxnLst/>
              <a:rect l="l" t="t" r="r" b="b"/>
              <a:pathLst>
                <a:path w="90476" h="90476">
                  <a:moveTo>
                    <a:pt x="0" y="0"/>
                  </a:moveTo>
                  <a:lnTo>
                    <a:pt x="90476" y="0"/>
                  </a:lnTo>
                  <a:lnTo>
                    <a:pt x="90476" y="90476"/>
                  </a:lnTo>
                  <a:lnTo>
                    <a:pt x="0" y="90476"/>
                  </a:lnTo>
                  <a:close/>
                </a:path>
              </a:pathLst>
            </a:custGeom>
            <a:solidFill>
              <a:srgbClr val="262A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90476" cy="13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4249549" y="3250978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249549" y="5403949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49549" y="7556920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249549" y="4073871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249549" y="6226842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249549" y="8379814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1" name="Freeform 31"/>
          <p:cNvSpPr/>
          <p:nvPr/>
        </p:nvSpPr>
        <p:spPr>
          <a:xfrm rot="1117918">
            <a:off x="11723689" y="-6075895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 rot="1117918">
            <a:off x="-10087960" y="-8895262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38668" y="6048963"/>
            <a:ext cx="3823502" cy="2243345"/>
            <a:chOff x="0" y="0"/>
            <a:chExt cx="1007013" cy="590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7013" cy="590840"/>
            </a:xfrm>
            <a:custGeom>
              <a:avLst/>
              <a:gdLst/>
              <a:ahLst/>
              <a:cxnLst/>
              <a:rect l="l" t="t" r="r" b="b"/>
              <a:pathLst>
                <a:path w="1007013" h="590840">
                  <a:moveTo>
                    <a:pt x="0" y="0"/>
                  </a:moveTo>
                  <a:lnTo>
                    <a:pt x="1007013" y="0"/>
                  </a:lnTo>
                  <a:lnTo>
                    <a:pt x="1007013" y="590840"/>
                  </a:lnTo>
                  <a:lnTo>
                    <a:pt x="0" y="590840"/>
                  </a:ln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007013" cy="638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234114" y="6048963"/>
            <a:ext cx="3823502" cy="2243345"/>
            <a:chOff x="0" y="0"/>
            <a:chExt cx="1007013" cy="590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7013" cy="590840"/>
            </a:xfrm>
            <a:custGeom>
              <a:avLst/>
              <a:gdLst/>
              <a:ahLst/>
              <a:cxnLst/>
              <a:rect l="l" t="t" r="r" b="b"/>
              <a:pathLst>
                <a:path w="1007013" h="590840">
                  <a:moveTo>
                    <a:pt x="0" y="0"/>
                  </a:moveTo>
                  <a:lnTo>
                    <a:pt x="1007013" y="0"/>
                  </a:lnTo>
                  <a:lnTo>
                    <a:pt x="1007013" y="590840"/>
                  </a:lnTo>
                  <a:lnTo>
                    <a:pt x="0" y="590840"/>
                  </a:ln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07013" cy="638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29560" y="6048963"/>
            <a:ext cx="3823502" cy="2243345"/>
            <a:chOff x="0" y="0"/>
            <a:chExt cx="1007013" cy="590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7013" cy="590840"/>
            </a:xfrm>
            <a:custGeom>
              <a:avLst/>
              <a:gdLst/>
              <a:ahLst/>
              <a:cxnLst/>
              <a:rect l="l" t="t" r="r" b="b"/>
              <a:pathLst>
                <a:path w="1007013" h="590840">
                  <a:moveTo>
                    <a:pt x="0" y="0"/>
                  </a:moveTo>
                  <a:lnTo>
                    <a:pt x="1007013" y="0"/>
                  </a:lnTo>
                  <a:lnTo>
                    <a:pt x="1007013" y="590840"/>
                  </a:lnTo>
                  <a:lnTo>
                    <a:pt x="0" y="590840"/>
                  </a:lnTo>
                  <a:close/>
                </a:path>
              </a:pathLst>
            </a:custGeom>
            <a:solidFill>
              <a:srgbClr val="D4DEF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007013" cy="638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338668" y="3805618"/>
            <a:ext cx="3823502" cy="4486691"/>
            <a:chOff x="0" y="0"/>
            <a:chExt cx="1007013" cy="11816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7013" cy="1181680"/>
            </a:xfrm>
            <a:custGeom>
              <a:avLst/>
              <a:gdLst/>
              <a:ahLst/>
              <a:cxnLst/>
              <a:rect l="l" t="t" r="r" b="b"/>
              <a:pathLst>
                <a:path w="1007013" h="1181680">
                  <a:moveTo>
                    <a:pt x="0" y="0"/>
                  </a:moveTo>
                  <a:lnTo>
                    <a:pt x="1007013" y="0"/>
                  </a:lnTo>
                  <a:lnTo>
                    <a:pt x="1007013" y="1181680"/>
                  </a:lnTo>
                  <a:lnTo>
                    <a:pt x="0" y="1181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07013" cy="1229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34114" y="3805618"/>
            <a:ext cx="3823502" cy="4486691"/>
            <a:chOff x="0" y="0"/>
            <a:chExt cx="1007013" cy="11816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07013" cy="1181680"/>
            </a:xfrm>
            <a:custGeom>
              <a:avLst/>
              <a:gdLst/>
              <a:ahLst/>
              <a:cxnLst/>
              <a:rect l="l" t="t" r="r" b="b"/>
              <a:pathLst>
                <a:path w="1007013" h="1181680">
                  <a:moveTo>
                    <a:pt x="0" y="0"/>
                  </a:moveTo>
                  <a:lnTo>
                    <a:pt x="1007013" y="0"/>
                  </a:lnTo>
                  <a:lnTo>
                    <a:pt x="1007013" y="1181680"/>
                  </a:lnTo>
                  <a:lnTo>
                    <a:pt x="0" y="1181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007013" cy="1229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29560" y="3805618"/>
            <a:ext cx="3823502" cy="4486691"/>
            <a:chOff x="0" y="0"/>
            <a:chExt cx="1007013" cy="11816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07013" cy="1181680"/>
            </a:xfrm>
            <a:custGeom>
              <a:avLst/>
              <a:gdLst/>
              <a:ahLst/>
              <a:cxnLst/>
              <a:rect l="l" t="t" r="r" b="b"/>
              <a:pathLst>
                <a:path w="1007013" h="1181680">
                  <a:moveTo>
                    <a:pt x="0" y="0"/>
                  </a:moveTo>
                  <a:lnTo>
                    <a:pt x="1007013" y="0"/>
                  </a:lnTo>
                  <a:lnTo>
                    <a:pt x="1007013" y="1181680"/>
                  </a:lnTo>
                  <a:lnTo>
                    <a:pt x="0" y="1181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07013" cy="1229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2338668" y="6068013"/>
            <a:ext cx="1361439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3317294" y="4014776"/>
            <a:ext cx="1726527" cy="1726527"/>
          </a:xfrm>
          <a:custGeom>
            <a:avLst/>
            <a:gdLst/>
            <a:ahLst/>
            <a:cxnLst/>
            <a:rect l="l" t="t" r="r" b="b"/>
            <a:pathLst>
              <a:path w="1726527" h="1726527">
                <a:moveTo>
                  <a:pt x="0" y="0"/>
                </a:moveTo>
                <a:lnTo>
                  <a:pt x="1726527" y="0"/>
                </a:lnTo>
                <a:lnTo>
                  <a:pt x="1726527" y="1726527"/>
                </a:lnTo>
                <a:lnTo>
                  <a:pt x="0" y="17265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3130125" y="3979536"/>
            <a:ext cx="1682652" cy="1797007"/>
          </a:xfrm>
          <a:custGeom>
            <a:avLst/>
            <a:gdLst/>
            <a:ahLst/>
            <a:cxnLst/>
            <a:rect l="l" t="t" r="r" b="b"/>
            <a:pathLst>
              <a:path w="1682652" h="1797007">
                <a:moveTo>
                  <a:pt x="0" y="0"/>
                </a:moveTo>
                <a:lnTo>
                  <a:pt x="1682652" y="0"/>
                </a:lnTo>
                <a:lnTo>
                  <a:pt x="1682652" y="1797007"/>
                </a:lnTo>
                <a:lnTo>
                  <a:pt x="0" y="17970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8320410" y="4014776"/>
            <a:ext cx="1650909" cy="1887734"/>
          </a:xfrm>
          <a:custGeom>
            <a:avLst/>
            <a:gdLst/>
            <a:ahLst/>
            <a:cxnLst/>
            <a:rect l="l" t="t" r="r" b="b"/>
            <a:pathLst>
              <a:path w="1650909" h="1887734">
                <a:moveTo>
                  <a:pt x="0" y="0"/>
                </a:moveTo>
                <a:lnTo>
                  <a:pt x="1650909" y="0"/>
                </a:lnTo>
                <a:lnTo>
                  <a:pt x="1650909" y="1887734"/>
                </a:lnTo>
                <a:lnTo>
                  <a:pt x="0" y="1887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2334938" y="1839863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23307" y="643839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18754" y="643839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23307" y="7261288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18754" y="7261288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14200" y="643839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14200" y="7261288"/>
            <a:ext cx="2314501" cy="66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31" name="Freeform 31"/>
          <p:cNvSpPr/>
          <p:nvPr/>
        </p:nvSpPr>
        <p:spPr>
          <a:xfrm rot="1117918">
            <a:off x="12836120" y="-6179012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 rot="1117918">
            <a:off x="-6448413" y="7669282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19"/>
                </a:lnTo>
                <a:lnTo>
                  <a:pt x="0" y="10010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 rot="1117918">
            <a:off x="14271616" y="7457656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7252" y="3585876"/>
            <a:ext cx="5700422" cy="1331817"/>
            <a:chOff x="0" y="0"/>
            <a:chExt cx="1501346" cy="350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1346" cy="350767"/>
            </a:xfrm>
            <a:custGeom>
              <a:avLst/>
              <a:gdLst/>
              <a:ahLst/>
              <a:cxnLst/>
              <a:rect l="l" t="t" r="r" b="b"/>
              <a:pathLst>
                <a:path w="1501346" h="350767">
                  <a:moveTo>
                    <a:pt x="0" y="0"/>
                  </a:moveTo>
                  <a:lnTo>
                    <a:pt x="1501346" y="0"/>
                  </a:lnTo>
                  <a:lnTo>
                    <a:pt x="1501346" y="350767"/>
                  </a:lnTo>
                  <a:lnTo>
                    <a:pt x="0" y="350767"/>
                  </a:lnTo>
                  <a:close/>
                </a:path>
              </a:pathLst>
            </a:custGeom>
            <a:solidFill>
              <a:srgbClr val="FF4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501346" cy="398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47252" y="4917693"/>
            <a:ext cx="5700422" cy="1340786"/>
            <a:chOff x="0" y="0"/>
            <a:chExt cx="1501346" cy="3531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1346" cy="353129"/>
            </a:xfrm>
            <a:custGeom>
              <a:avLst/>
              <a:gdLst/>
              <a:ahLst/>
              <a:cxnLst/>
              <a:rect l="l" t="t" r="r" b="b"/>
              <a:pathLst>
                <a:path w="1501346" h="353129">
                  <a:moveTo>
                    <a:pt x="0" y="0"/>
                  </a:moveTo>
                  <a:lnTo>
                    <a:pt x="1501346" y="0"/>
                  </a:lnTo>
                  <a:lnTo>
                    <a:pt x="1501346" y="353129"/>
                  </a:lnTo>
                  <a:lnTo>
                    <a:pt x="0" y="353129"/>
                  </a:lnTo>
                  <a:close/>
                </a:path>
              </a:pathLst>
            </a:custGeom>
            <a:solidFill>
              <a:srgbClr val="F4A9A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501346" cy="400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7252" y="6258479"/>
            <a:ext cx="5700422" cy="1336293"/>
            <a:chOff x="0" y="0"/>
            <a:chExt cx="1501346" cy="3519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1346" cy="351945"/>
            </a:xfrm>
            <a:custGeom>
              <a:avLst/>
              <a:gdLst/>
              <a:ahLst/>
              <a:cxnLst/>
              <a:rect l="l" t="t" r="r" b="b"/>
              <a:pathLst>
                <a:path w="1501346" h="351945">
                  <a:moveTo>
                    <a:pt x="0" y="0"/>
                  </a:moveTo>
                  <a:lnTo>
                    <a:pt x="1501346" y="0"/>
                  </a:lnTo>
                  <a:lnTo>
                    <a:pt x="1501346" y="351945"/>
                  </a:lnTo>
                  <a:lnTo>
                    <a:pt x="0" y="351945"/>
                  </a:lnTo>
                  <a:close/>
                </a:path>
              </a:pathLst>
            </a:custGeom>
            <a:solidFill>
              <a:srgbClr val="ED784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501346" cy="399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47252" y="7594772"/>
            <a:ext cx="5700422" cy="1372557"/>
            <a:chOff x="0" y="0"/>
            <a:chExt cx="1501346" cy="3614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01346" cy="361497"/>
            </a:xfrm>
            <a:custGeom>
              <a:avLst/>
              <a:gdLst/>
              <a:ahLst/>
              <a:cxnLst/>
              <a:rect l="l" t="t" r="r" b="b"/>
              <a:pathLst>
                <a:path w="1501346" h="361497">
                  <a:moveTo>
                    <a:pt x="0" y="0"/>
                  </a:moveTo>
                  <a:lnTo>
                    <a:pt x="1501346" y="0"/>
                  </a:lnTo>
                  <a:lnTo>
                    <a:pt x="1501346" y="361497"/>
                  </a:lnTo>
                  <a:lnTo>
                    <a:pt x="0" y="361497"/>
                  </a:lnTo>
                  <a:close/>
                </a:path>
              </a:pathLst>
            </a:custGeom>
            <a:solidFill>
              <a:srgbClr val="538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501346" cy="409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247252" y="3549629"/>
          <a:ext cx="15696409" cy="5417701"/>
        </p:xfrm>
        <a:graphic>
          <a:graphicData uri="http://schemas.openxmlformats.org/drawingml/2006/table">
            <a:tbl>
              <a:tblPr/>
              <a:tblGrid>
                <a:gridCol w="5680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15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5842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5842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5842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0174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Freeform 15"/>
          <p:cNvSpPr/>
          <p:nvPr/>
        </p:nvSpPr>
        <p:spPr>
          <a:xfrm rot="1117918">
            <a:off x="11723689" y="-6075895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rot="1117918">
            <a:off x="-7899978" y="-9764678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669495" y="3742380"/>
            <a:ext cx="829866" cy="1018809"/>
          </a:xfrm>
          <a:custGeom>
            <a:avLst/>
            <a:gdLst/>
            <a:ahLst/>
            <a:cxnLst/>
            <a:rect l="l" t="t" r="r" b="b"/>
            <a:pathLst>
              <a:path w="829866" h="1018809">
                <a:moveTo>
                  <a:pt x="0" y="0"/>
                </a:moveTo>
                <a:lnTo>
                  <a:pt x="829866" y="0"/>
                </a:lnTo>
                <a:lnTo>
                  <a:pt x="829866" y="1018809"/>
                </a:lnTo>
                <a:lnTo>
                  <a:pt x="0" y="1018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94410" y="5068542"/>
            <a:ext cx="904951" cy="1039088"/>
          </a:xfrm>
          <a:custGeom>
            <a:avLst/>
            <a:gdLst/>
            <a:ahLst/>
            <a:cxnLst/>
            <a:rect l="l" t="t" r="r" b="b"/>
            <a:pathLst>
              <a:path w="904951" h="1039088">
                <a:moveTo>
                  <a:pt x="0" y="0"/>
                </a:moveTo>
                <a:lnTo>
                  <a:pt x="904951" y="0"/>
                </a:lnTo>
                <a:lnTo>
                  <a:pt x="904951" y="1039088"/>
                </a:lnTo>
                <a:lnTo>
                  <a:pt x="0" y="1039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669495" y="6387279"/>
            <a:ext cx="906103" cy="1078694"/>
          </a:xfrm>
          <a:custGeom>
            <a:avLst/>
            <a:gdLst/>
            <a:ahLst/>
            <a:cxnLst/>
            <a:rect l="l" t="t" r="r" b="b"/>
            <a:pathLst>
              <a:path w="906103" h="1078694">
                <a:moveTo>
                  <a:pt x="0" y="0"/>
                </a:moveTo>
                <a:lnTo>
                  <a:pt x="906102" y="0"/>
                </a:lnTo>
                <a:lnTo>
                  <a:pt x="906102" y="1078693"/>
                </a:lnTo>
                <a:lnTo>
                  <a:pt x="0" y="10786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542570" y="7739193"/>
            <a:ext cx="1083716" cy="1083716"/>
          </a:xfrm>
          <a:custGeom>
            <a:avLst/>
            <a:gdLst/>
            <a:ahLst/>
            <a:cxnLst/>
            <a:rect l="l" t="t" r="r" b="b"/>
            <a:pathLst>
              <a:path w="1083716" h="1083716">
                <a:moveTo>
                  <a:pt x="0" y="0"/>
                </a:moveTo>
                <a:lnTo>
                  <a:pt x="1083716" y="0"/>
                </a:lnTo>
                <a:lnTo>
                  <a:pt x="1083716" y="1083715"/>
                </a:lnTo>
                <a:lnTo>
                  <a:pt x="0" y="10837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870352" y="3925542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70352" y="5315618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50414" y="3988450"/>
            <a:ext cx="6202608" cy="500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50414" y="5378526"/>
            <a:ext cx="6202608" cy="500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70352" y="6705694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70352" y="7978908"/>
            <a:ext cx="2454222" cy="71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YOUR TEXT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50414" y="6768602"/>
            <a:ext cx="6202608" cy="500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50414" y="8158678"/>
            <a:ext cx="6202608" cy="500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Elaborate on what you want to discuss.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4971" y="1497445"/>
            <a:ext cx="11970945" cy="127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9"/>
              </a:lnSpc>
            </a:pPr>
            <a:r>
              <a:rPr lang="en-US" sz="8441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How to Code Infographics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17918">
            <a:off x="-7899978" y="-9764678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632401"/>
            <a:ext cx="5059131" cy="257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29"/>
              </a:lnSpc>
              <a:spcBef>
                <a:spcPct val="0"/>
              </a:spcBef>
            </a:pPr>
            <a:r>
              <a:rPr lang="en-US" sz="8441" u="none" strike="noStrike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Resource </a:t>
            </a:r>
          </a:p>
          <a:p>
            <a:pPr marL="0" lvl="0" indent="0" algn="l">
              <a:lnSpc>
                <a:spcPts val="10129"/>
              </a:lnSpc>
              <a:spcBef>
                <a:spcPct val="0"/>
              </a:spcBef>
            </a:pPr>
            <a:r>
              <a:rPr lang="en-US" sz="8441" u="none" strike="noStrike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Page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702499"/>
            <a:ext cx="6330745" cy="3661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Use these design resources in your Canva Presentation.</a:t>
            </a: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r>
              <a:rPr lang="en-US" sz="1899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You can find these fonts online too. Happy designing! </a:t>
            </a:r>
          </a:p>
          <a:p>
            <a:pPr algn="l">
              <a:lnSpc>
                <a:spcPts val="2469"/>
              </a:lnSpc>
            </a:pPr>
            <a:endParaRPr lang="en-US" sz="1899">
              <a:solidFill>
                <a:srgbClr val="262A4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469"/>
              </a:lnSpc>
            </a:pPr>
            <a:r>
              <a:rPr lang="en-US" sz="1899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Don't forget to delete this page before presenting.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800377"/>
            <a:ext cx="5852271" cy="61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9"/>
              </a:lnSpc>
              <a:spcBef>
                <a:spcPct val="0"/>
              </a:spcBef>
            </a:pPr>
            <a:r>
              <a:rPr lang="en-US" sz="1899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This presentation template uses the following free fonts: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538704"/>
            <a:ext cx="4828193" cy="129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511" lvl="1" indent="-274755" algn="l">
              <a:lnSpc>
                <a:spcPts val="3563"/>
              </a:lnSpc>
              <a:buAutoNum type="arabicPeriod"/>
            </a:pPr>
            <a:r>
              <a:rPr lang="en-US" sz="2545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Titles: Anton</a:t>
            </a:r>
          </a:p>
          <a:p>
            <a:pPr marL="549511" lvl="1" indent="-274755" algn="l">
              <a:lnSpc>
                <a:spcPts val="3563"/>
              </a:lnSpc>
              <a:buAutoNum type="arabicPeriod"/>
            </a:pPr>
            <a:r>
              <a:rPr lang="en-US" sz="2545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Headers: Anton</a:t>
            </a:r>
          </a:p>
          <a:p>
            <a:pPr marL="549511" lvl="1" indent="-274755" algn="l">
              <a:lnSpc>
                <a:spcPts val="3563"/>
              </a:lnSpc>
              <a:buAutoNum type="arabicPeriod"/>
            </a:pPr>
            <a:r>
              <a:rPr lang="en-US" sz="2545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Body Copy: Arimo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243317" y="632401"/>
            <a:ext cx="7529659" cy="8736442"/>
            <a:chOff x="0" y="0"/>
            <a:chExt cx="10039546" cy="11648589"/>
          </a:xfrm>
        </p:grpSpPr>
        <p:sp>
          <p:nvSpPr>
            <p:cNvPr id="8" name="Freeform 8"/>
            <p:cNvSpPr/>
            <p:nvPr/>
          </p:nvSpPr>
          <p:spPr>
            <a:xfrm>
              <a:off x="0" y="22741"/>
              <a:ext cx="1143460" cy="1143460"/>
            </a:xfrm>
            <a:custGeom>
              <a:avLst/>
              <a:gdLst/>
              <a:ahLst/>
              <a:cxnLst/>
              <a:rect l="l" t="t" r="r" b="b"/>
              <a:pathLst>
                <a:path w="1143460" h="1143460">
                  <a:moveTo>
                    <a:pt x="0" y="0"/>
                  </a:moveTo>
                  <a:lnTo>
                    <a:pt x="1143460" y="0"/>
                  </a:lnTo>
                  <a:lnTo>
                    <a:pt x="1143460" y="1143460"/>
                  </a:lnTo>
                  <a:lnTo>
                    <a:pt x="0" y="1143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561167" y="0"/>
              <a:ext cx="956055" cy="1138161"/>
            </a:xfrm>
            <a:custGeom>
              <a:avLst/>
              <a:gdLst/>
              <a:ahLst/>
              <a:cxnLst/>
              <a:rect l="l" t="t" r="r" b="b"/>
              <a:pathLst>
                <a:path w="956055" h="1138161">
                  <a:moveTo>
                    <a:pt x="0" y="0"/>
                  </a:moveTo>
                  <a:lnTo>
                    <a:pt x="956055" y="0"/>
                  </a:lnTo>
                  <a:lnTo>
                    <a:pt x="956055" y="1138161"/>
                  </a:lnTo>
                  <a:lnTo>
                    <a:pt x="0" y="113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939326" y="74857"/>
              <a:ext cx="954841" cy="1096372"/>
            </a:xfrm>
            <a:custGeom>
              <a:avLst/>
              <a:gdLst/>
              <a:ahLst/>
              <a:cxnLst/>
              <a:rect l="l" t="t" r="r" b="b"/>
              <a:pathLst>
                <a:path w="954841" h="1096372">
                  <a:moveTo>
                    <a:pt x="0" y="0"/>
                  </a:moveTo>
                  <a:lnTo>
                    <a:pt x="954841" y="0"/>
                  </a:lnTo>
                  <a:lnTo>
                    <a:pt x="954841" y="1096372"/>
                  </a:lnTo>
                  <a:lnTo>
                    <a:pt x="0" y="1096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4343523" y="105745"/>
              <a:ext cx="875616" cy="1074975"/>
            </a:xfrm>
            <a:custGeom>
              <a:avLst/>
              <a:gdLst/>
              <a:ahLst/>
              <a:cxnLst/>
              <a:rect l="l" t="t" r="r" b="b"/>
              <a:pathLst>
                <a:path w="875616" h="1074975">
                  <a:moveTo>
                    <a:pt x="0" y="0"/>
                  </a:moveTo>
                  <a:lnTo>
                    <a:pt x="875616" y="0"/>
                  </a:lnTo>
                  <a:lnTo>
                    <a:pt x="875616" y="1074976"/>
                  </a:lnTo>
                  <a:lnTo>
                    <a:pt x="0" y="1074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5671394" y="59847"/>
              <a:ext cx="967557" cy="1106354"/>
            </a:xfrm>
            <a:custGeom>
              <a:avLst/>
              <a:gdLst/>
              <a:ahLst/>
              <a:cxnLst/>
              <a:rect l="l" t="t" r="r" b="b"/>
              <a:pathLst>
                <a:path w="967557" h="1106354">
                  <a:moveTo>
                    <a:pt x="0" y="0"/>
                  </a:moveTo>
                  <a:lnTo>
                    <a:pt x="967557" y="0"/>
                  </a:lnTo>
                  <a:lnTo>
                    <a:pt x="967557" y="1106354"/>
                  </a:lnTo>
                  <a:lnTo>
                    <a:pt x="0" y="1106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7091206" y="105745"/>
              <a:ext cx="1044871" cy="1115882"/>
            </a:xfrm>
            <a:custGeom>
              <a:avLst/>
              <a:gdLst/>
              <a:ahLst/>
              <a:cxnLst/>
              <a:rect l="l" t="t" r="r" b="b"/>
              <a:pathLst>
                <a:path w="1044871" h="1115882">
                  <a:moveTo>
                    <a:pt x="0" y="0"/>
                  </a:moveTo>
                  <a:lnTo>
                    <a:pt x="1044871" y="0"/>
                  </a:lnTo>
                  <a:lnTo>
                    <a:pt x="1044871" y="1115882"/>
                  </a:lnTo>
                  <a:lnTo>
                    <a:pt x="0" y="1115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9072884" y="105745"/>
              <a:ext cx="904878" cy="1115882"/>
            </a:xfrm>
            <a:custGeom>
              <a:avLst/>
              <a:gdLst/>
              <a:ahLst/>
              <a:cxnLst/>
              <a:rect l="l" t="t" r="r" b="b"/>
              <a:pathLst>
                <a:path w="904878" h="1115882">
                  <a:moveTo>
                    <a:pt x="0" y="0"/>
                  </a:moveTo>
                  <a:lnTo>
                    <a:pt x="904878" y="0"/>
                  </a:lnTo>
                  <a:lnTo>
                    <a:pt x="904878" y="1115882"/>
                  </a:lnTo>
                  <a:lnTo>
                    <a:pt x="0" y="1115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1597647"/>
              <a:ext cx="1140596" cy="1140596"/>
            </a:xfrm>
            <a:custGeom>
              <a:avLst/>
              <a:gdLst/>
              <a:ahLst/>
              <a:cxnLst/>
              <a:rect l="l" t="t" r="r" b="b"/>
              <a:pathLst>
                <a:path w="1140596" h="1140596">
                  <a:moveTo>
                    <a:pt x="0" y="0"/>
                  </a:moveTo>
                  <a:lnTo>
                    <a:pt x="1140596" y="0"/>
                  </a:lnTo>
                  <a:lnTo>
                    <a:pt x="1140596" y="1140596"/>
                  </a:lnTo>
                  <a:lnTo>
                    <a:pt x="0" y="1140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471751" y="1594751"/>
              <a:ext cx="1233177" cy="1143491"/>
            </a:xfrm>
            <a:custGeom>
              <a:avLst/>
              <a:gdLst/>
              <a:ahLst/>
              <a:cxnLst/>
              <a:rect l="l" t="t" r="r" b="b"/>
              <a:pathLst>
                <a:path w="1233177" h="1143491">
                  <a:moveTo>
                    <a:pt x="0" y="0"/>
                  </a:moveTo>
                  <a:lnTo>
                    <a:pt x="1233177" y="0"/>
                  </a:lnTo>
                  <a:lnTo>
                    <a:pt x="1233177" y="1143492"/>
                  </a:lnTo>
                  <a:lnTo>
                    <a:pt x="0" y="114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936462" y="1559441"/>
              <a:ext cx="1125814" cy="1214113"/>
            </a:xfrm>
            <a:custGeom>
              <a:avLst/>
              <a:gdLst/>
              <a:ahLst/>
              <a:cxnLst/>
              <a:rect l="l" t="t" r="r" b="b"/>
              <a:pathLst>
                <a:path w="1125814" h="1214113">
                  <a:moveTo>
                    <a:pt x="0" y="0"/>
                  </a:moveTo>
                  <a:lnTo>
                    <a:pt x="1125814" y="0"/>
                  </a:lnTo>
                  <a:lnTo>
                    <a:pt x="1125814" y="1214113"/>
                  </a:lnTo>
                  <a:lnTo>
                    <a:pt x="0" y="121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4393930" y="1586792"/>
              <a:ext cx="882519" cy="1186762"/>
            </a:xfrm>
            <a:custGeom>
              <a:avLst/>
              <a:gdLst/>
              <a:ahLst/>
              <a:cxnLst/>
              <a:rect l="l" t="t" r="r" b="b"/>
              <a:pathLst>
                <a:path w="882519" h="1186762">
                  <a:moveTo>
                    <a:pt x="0" y="0"/>
                  </a:moveTo>
                  <a:lnTo>
                    <a:pt x="882519" y="0"/>
                  </a:lnTo>
                  <a:lnTo>
                    <a:pt x="882519" y="1186762"/>
                  </a:lnTo>
                  <a:lnTo>
                    <a:pt x="0" y="1186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5572627" y="1723804"/>
              <a:ext cx="1159362" cy="1049750"/>
            </a:xfrm>
            <a:custGeom>
              <a:avLst/>
              <a:gdLst/>
              <a:ahLst/>
              <a:cxnLst/>
              <a:rect l="l" t="t" r="r" b="b"/>
              <a:pathLst>
                <a:path w="1159362" h="1049750">
                  <a:moveTo>
                    <a:pt x="0" y="0"/>
                  </a:moveTo>
                  <a:lnTo>
                    <a:pt x="1159362" y="0"/>
                  </a:lnTo>
                  <a:lnTo>
                    <a:pt x="1159362" y="1049750"/>
                  </a:lnTo>
                  <a:lnTo>
                    <a:pt x="0" y="1049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7088341" y="1689594"/>
              <a:ext cx="1070164" cy="1083960"/>
            </a:xfrm>
            <a:custGeom>
              <a:avLst/>
              <a:gdLst/>
              <a:ahLst/>
              <a:cxnLst/>
              <a:rect l="l" t="t" r="r" b="b"/>
              <a:pathLst>
                <a:path w="1070164" h="1083960">
                  <a:moveTo>
                    <a:pt x="0" y="0"/>
                  </a:moveTo>
                  <a:lnTo>
                    <a:pt x="1070164" y="0"/>
                  </a:lnTo>
                  <a:lnTo>
                    <a:pt x="1070164" y="1083960"/>
                  </a:lnTo>
                  <a:lnTo>
                    <a:pt x="0" y="108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8779618" y="1760577"/>
              <a:ext cx="1198144" cy="1012977"/>
            </a:xfrm>
            <a:custGeom>
              <a:avLst/>
              <a:gdLst/>
              <a:ahLst/>
              <a:cxnLst/>
              <a:rect l="l" t="t" r="r" b="b"/>
              <a:pathLst>
                <a:path w="1198144" h="1012977">
                  <a:moveTo>
                    <a:pt x="0" y="0"/>
                  </a:moveTo>
                  <a:lnTo>
                    <a:pt x="1198144" y="0"/>
                  </a:lnTo>
                  <a:lnTo>
                    <a:pt x="1198144" y="1012977"/>
                  </a:lnTo>
                  <a:lnTo>
                    <a:pt x="0" y="1012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3174102"/>
              <a:ext cx="1101138" cy="1129899"/>
            </a:xfrm>
            <a:custGeom>
              <a:avLst/>
              <a:gdLst/>
              <a:ahLst/>
              <a:cxnLst/>
              <a:rect l="l" t="t" r="r" b="b"/>
              <a:pathLst>
                <a:path w="1101138" h="1129899">
                  <a:moveTo>
                    <a:pt x="0" y="0"/>
                  </a:moveTo>
                  <a:lnTo>
                    <a:pt x="1101138" y="0"/>
                  </a:lnTo>
                  <a:lnTo>
                    <a:pt x="1101138" y="1129899"/>
                  </a:lnTo>
                  <a:lnTo>
                    <a:pt x="0" y="1129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474615" y="3111367"/>
              <a:ext cx="1223414" cy="1255369"/>
            </a:xfrm>
            <a:custGeom>
              <a:avLst/>
              <a:gdLst/>
              <a:ahLst/>
              <a:cxnLst/>
              <a:rect l="l" t="t" r="r" b="b"/>
              <a:pathLst>
                <a:path w="1223414" h="1255369">
                  <a:moveTo>
                    <a:pt x="0" y="0"/>
                  </a:moveTo>
                  <a:lnTo>
                    <a:pt x="1223414" y="0"/>
                  </a:lnTo>
                  <a:lnTo>
                    <a:pt x="1223414" y="1255369"/>
                  </a:lnTo>
                  <a:lnTo>
                    <a:pt x="0" y="1255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3069883" y="3221398"/>
              <a:ext cx="1161106" cy="1191434"/>
            </a:xfrm>
            <a:custGeom>
              <a:avLst/>
              <a:gdLst/>
              <a:ahLst/>
              <a:cxnLst/>
              <a:rect l="l" t="t" r="r" b="b"/>
              <a:pathLst>
                <a:path w="1161106" h="1191434">
                  <a:moveTo>
                    <a:pt x="0" y="0"/>
                  </a:moveTo>
                  <a:lnTo>
                    <a:pt x="1161106" y="0"/>
                  </a:lnTo>
                  <a:lnTo>
                    <a:pt x="1161106" y="1191433"/>
                  </a:lnTo>
                  <a:lnTo>
                    <a:pt x="0" y="1191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4472260" y="3331431"/>
              <a:ext cx="1199134" cy="1081401"/>
            </a:xfrm>
            <a:custGeom>
              <a:avLst/>
              <a:gdLst/>
              <a:ahLst/>
              <a:cxnLst/>
              <a:rect l="l" t="t" r="r" b="b"/>
              <a:pathLst>
                <a:path w="1199134" h="1081401">
                  <a:moveTo>
                    <a:pt x="0" y="0"/>
                  </a:moveTo>
                  <a:lnTo>
                    <a:pt x="1199134" y="0"/>
                  </a:lnTo>
                  <a:lnTo>
                    <a:pt x="1199134" y="1081400"/>
                  </a:lnTo>
                  <a:lnTo>
                    <a:pt x="0" y="1081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912597" y="3354479"/>
              <a:ext cx="1035305" cy="1035305"/>
            </a:xfrm>
            <a:custGeom>
              <a:avLst/>
              <a:gdLst/>
              <a:ahLst/>
              <a:cxnLst/>
              <a:rect l="l" t="t" r="r" b="b"/>
              <a:pathLst>
                <a:path w="1035305" h="1035305">
                  <a:moveTo>
                    <a:pt x="0" y="0"/>
                  </a:moveTo>
                  <a:lnTo>
                    <a:pt x="1035305" y="0"/>
                  </a:lnTo>
                  <a:lnTo>
                    <a:pt x="1035305" y="1035305"/>
                  </a:lnTo>
                  <a:lnTo>
                    <a:pt x="0" y="1035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7189104" y="3283172"/>
              <a:ext cx="1050275" cy="1106612"/>
            </a:xfrm>
            <a:custGeom>
              <a:avLst/>
              <a:gdLst/>
              <a:ahLst/>
              <a:cxnLst/>
              <a:rect l="l" t="t" r="r" b="b"/>
              <a:pathLst>
                <a:path w="1050275" h="1106612">
                  <a:moveTo>
                    <a:pt x="0" y="0"/>
                  </a:moveTo>
                  <a:lnTo>
                    <a:pt x="1050276" y="0"/>
                  </a:lnTo>
                  <a:lnTo>
                    <a:pt x="1050276" y="1106612"/>
                  </a:lnTo>
                  <a:lnTo>
                    <a:pt x="0" y="1106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>
                <a:extLs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8988763" y="3329267"/>
              <a:ext cx="988999" cy="1083564"/>
            </a:xfrm>
            <a:custGeom>
              <a:avLst/>
              <a:gdLst/>
              <a:ahLst/>
              <a:cxnLst/>
              <a:rect l="l" t="t" r="r" b="b"/>
              <a:pathLst>
                <a:path w="988999" h="1083564">
                  <a:moveTo>
                    <a:pt x="0" y="0"/>
                  </a:moveTo>
                  <a:lnTo>
                    <a:pt x="988999" y="0"/>
                  </a:lnTo>
                  <a:lnTo>
                    <a:pt x="988999" y="1083564"/>
                  </a:lnTo>
                  <a:lnTo>
                    <a:pt x="0" y="1083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>
                <a:extLst>
                  <a:ext uri="{96DAC541-7B7A-43D3-8B79-37D633B846F1}">
                    <asvg:svgBlip xmlns:asvg="http://schemas.microsoft.com/office/drawing/2016/SVG/main" r:embed="rId4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4766281"/>
              <a:ext cx="997394" cy="1079856"/>
            </a:xfrm>
            <a:custGeom>
              <a:avLst/>
              <a:gdLst/>
              <a:ahLst/>
              <a:cxnLst/>
              <a:rect l="l" t="t" r="r" b="b"/>
              <a:pathLst>
                <a:path w="997394" h="1079856">
                  <a:moveTo>
                    <a:pt x="0" y="0"/>
                  </a:moveTo>
                  <a:lnTo>
                    <a:pt x="997394" y="0"/>
                  </a:lnTo>
                  <a:lnTo>
                    <a:pt x="997394" y="1079856"/>
                  </a:lnTo>
                  <a:lnTo>
                    <a:pt x="0" y="1079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>
                <a:extLst>
                  <a:ext uri="{96DAC541-7B7A-43D3-8B79-37D633B846F1}">
                    <asvg:svgBlip xmlns:asvg="http://schemas.microsoft.com/office/drawing/2016/SVG/main" r:embed="rId4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1471751" y="4708007"/>
              <a:ext cx="1045471" cy="1145437"/>
            </a:xfrm>
            <a:custGeom>
              <a:avLst/>
              <a:gdLst/>
              <a:ahLst/>
              <a:cxnLst/>
              <a:rect l="l" t="t" r="r" b="b"/>
              <a:pathLst>
                <a:path w="1045471" h="1145437">
                  <a:moveTo>
                    <a:pt x="0" y="0"/>
                  </a:moveTo>
                  <a:lnTo>
                    <a:pt x="1045471" y="0"/>
                  </a:lnTo>
                  <a:lnTo>
                    <a:pt x="1045471" y="1145436"/>
                  </a:lnTo>
                  <a:lnTo>
                    <a:pt x="0" y="1145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>
                <a:extLst>
                  <a:ext uri="{96DAC541-7B7A-43D3-8B79-37D633B846F1}">
                    <asvg:svgBlip xmlns:asvg="http://schemas.microsoft.com/office/drawing/2016/SVG/main" r:embed="rId4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3069883" y="4677101"/>
              <a:ext cx="1035128" cy="1169036"/>
            </a:xfrm>
            <a:custGeom>
              <a:avLst/>
              <a:gdLst/>
              <a:ahLst/>
              <a:cxnLst/>
              <a:rect l="l" t="t" r="r" b="b"/>
              <a:pathLst>
                <a:path w="1035128" h="1169036">
                  <a:moveTo>
                    <a:pt x="0" y="0"/>
                  </a:moveTo>
                  <a:lnTo>
                    <a:pt x="1035128" y="0"/>
                  </a:lnTo>
                  <a:lnTo>
                    <a:pt x="1035128" y="1169036"/>
                  </a:lnTo>
                  <a:lnTo>
                    <a:pt x="0" y="11690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>
                <a:extLst>
                  <a:ext uri="{96DAC541-7B7A-43D3-8B79-37D633B846F1}">
                    <asvg:svgBlip xmlns:asvg="http://schemas.microsoft.com/office/drawing/2016/SVG/main" r:embed="rId5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4549106" y="4814836"/>
              <a:ext cx="1023521" cy="1146511"/>
            </a:xfrm>
            <a:custGeom>
              <a:avLst/>
              <a:gdLst/>
              <a:ahLst/>
              <a:cxnLst/>
              <a:rect l="l" t="t" r="r" b="b"/>
              <a:pathLst>
                <a:path w="1023521" h="1146511">
                  <a:moveTo>
                    <a:pt x="0" y="0"/>
                  </a:moveTo>
                  <a:lnTo>
                    <a:pt x="1023521" y="0"/>
                  </a:lnTo>
                  <a:lnTo>
                    <a:pt x="1023521" y="1146510"/>
                  </a:lnTo>
                  <a:lnTo>
                    <a:pt x="0" y="1146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>
                <a:extLst>
                  <a:ext uri="{96DAC541-7B7A-43D3-8B79-37D633B846F1}">
                    <asvg:svgBlip xmlns:asvg="http://schemas.microsoft.com/office/drawing/2016/SVG/main" r:embed="rId5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5971663" y="4859296"/>
              <a:ext cx="917172" cy="893826"/>
            </a:xfrm>
            <a:custGeom>
              <a:avLst/>
              <a:gdLst/>
              <a:ahLst/>
              <a:cxnLst/>
              <a:rect l="l" t="t" r="r" b="b"/>
              <a:pathLst>
                <a:path w="917172" h="893826">
                  <a:moveTo>
                    <a:pt x="0" y="0"/>
                  </a:moveTo>
                  <a:lnTo>
                    <a:pt x="917172" y="0"/>
                  </a:lnTo>
                  <a:lnTo>
                    <a:pt x="917172" y="893826"/>
                  </a:lnTo>
                  <a:lnTo>
                    <a:pt x="0" y="893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4">
                <a:extLst>
                  <a:ext uri="{96DAC541-7B7A-43D3-8B79-37D633B846F1}">
                    <asvg:svgBlip xmlns:asvg="http://schemas.microsoft.com/office/drawing/2016/SVG/main" r:embed="rId5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7290839" y="4801022"/>
              <a:ext cx="1058588" cy="1045115"/>
            </a:xfrm>
            <a:custGeom>
              <a:avLst/>
              <a:gdLst/>
              <a:ahLst/>
              <a:cxnLst/>
              <a:rect l="l" t="t" r="r" b="b"/>
              <a:pathLst>
                <a:path w="1058588" h="1045115">
                  <a:moveTo>
                    <a:pt x="0" y="0"/>
                  </a:moveTo>
                  <a:lnTo>
                    <a:pt x="1058588" y="0"/>
                  </a:lnTo>
                  <a:lnTo>
                    <a:pt x="1058588" y="1045115"/>
                  </a:lnTo>
                  <a:lnTo>
                    <a:pt x="0" y="1045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6">
                <a:extLst>
                  <a:ext uri="{96DAC541-7B7A-43D3-8B79-37D633B846F1}">
                    <asvg:svgBlip xmlns:asvg="http://schemas.microsoft.com/office/drawing/2016/SVG/main" r:embed="rId5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8826028" y="4801022"/>
              <a:ext cx="1151734" cy="1007244"/>
            </a:xfrm>
            <a:custGeom>
              <a:avLst/>
              <a:gdLst/>
              <a:ahLst/>
              <a:cxnLst/>
              <a:rect l="l" t="t" r="r" b="b"/>
              <a:pathLst>
                <a:path w="1151734" h="1007244">
                  <a:moveTo>
                    <a:pt x="0" y="0"/>
                  </a:moveTo>
                  <a:lnTo>
                    <a:pt x="1151734" y="0"/>
                  </a:lnTo>
                  <a:lnTo>
                    <a:pt x="1151734" y="1007243"/>
                  </a:lnTo>
                  <a:lnTo>
                    <a:pt x="0" y="1007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8">
                <a:extLst>
                  <a:ext uri="{96DAC541-7B7A-43D3-8B79-37D633B846F1}">
                    <asvg:svgBlip xmlns:asvg="http://schemas.microsoft.com/office/drawing/2016/SVG/main" r:embed="rId5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6278291"/>
              <a:ext cx="1015384" cy="1015384"/>
            </a:xfrm>
            <a:custGeom>
              <a:avLst/>
              <a:gdLst/>
              <a:ahLst/>
              <a:cxnLst/>
              <a:rect l="l" t="t" r="r" b="b"/>
              <a:pathLst>
                <a:path w="1015384" h="1015384">
                  <a:moveTo>
                    <a:pt x="0" y="0"/>
                  </a:moveTo>
                  <a:lnTo>
                    <a:pt x="1015384" y="0"/>
                  </a:lnTo>
                  <a:lnTo>
                    <a:pt x="1015384" y="1015384"/>
                  </a:lnTo>
                  <a:lnTo>
                    <a:pt x="0" y="1015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0">
                <a:extLst>
                  <a:ext uri="{96DAC541-7B7A-43D3-8B79-37D633B846F1}">
                    <asvg:svgBlip xmlns:asvg="http://schemas.microsoft.com/office/drawing/2016/SVG/main" r:embed="rId6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471751" y="6272654"/>
              <a:ext cx="978324" cy="1021021"/>
            </a:xfrm>
            <a:custGeom>
              <a:avLst/>
              <a:gdLst/>
              <a:ahLst/>
              <a:cxnLst/>
              <a:rect l="l" t="t" r="r" b="b"/>
              <a:pathLst>
                <a:path w="978324" h="1021021">
                  <a:moveTo>
                    <a:pt x="0" y="0"/>
                  </a:moveTo>
                  <a:lnTo>
                    <a:pt x="978324" y="0"/>
                  </a:lnTo>
                  <a:lnTo>
                    <a:pt x="978324" y="1021021"/>
                  </a:lnTo>
                  <a:lnTo>
                    <a:pt x="0" y="1021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2">
                <a:extLst>
                  <a:ext uri="{96DAC541-7B7A-43D3-8B79-37D633B846F1}">
                    <asvg:svgBlip xmlns:asvg="http://schemas.microsoft.com/office/drawing/2016/SVG/main" r:embed="rId6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2939326" y="6342799"/>
              <a:ext cx="1199500" cy="950876"/>
            </a:xfrm>
            <a:custGeom>
              <a:avLst/>
              <a:gdLst/>
              <a:ahLst/>
              <a:cxnLst/>
              <a:rect l="l" t="t" r="r" b="b"/>
              <a:pathLst>
                <a:path w="1199500" h="950876">
                  <a:moveTo>
                    <a:pt x="0" y="0"/>
                  </a:moveTo>
                  <a:lnTo>
                    <a:pt x="1199500" y="0"/>
                  </a:lnTo>
                  <a:lnTo>
                    <a:pt x="1199500" y="950876"/>
                  </a:lnTo>
                  <a:lnTo>
                    <a:pt x="0" y="95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4">
                <a:extLst>
                  <a:ext uri="{96DAC541-7B7A-43D3-8B79-37D633B846F1}">
                    <asvg:svgBlip xmlns:asvg="http://schemas.microsoft.com/office/drawing/2016/SVG/main" r:embed="rId6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4552604" y="6210408"/>
              <a:ext cx="957214" cy="1083267"/>
            </a:xfrm>
            <a:custGeom>
              <a:avLst/>
              <a:gdLst/>
              <a:ahLst/>
              <a:cxnLst/>
              <a:rect l="l" t="t" r="r" b="b"/>
              <a:pathLst>
                <a:path w="957214" h="1083267">
                  <a:moveTo>
                    <a:pt x="0" y="0"/>
                  </a:moveTo>
                  <a:lnTo>
                    <a:pt x="957214" y="0"/>
                  </a:lnTo>
                  <a:lnTo>
                    <a:pt x="957214" y="1083267"/>
                  </a:lnTo>
                  <a:lnTo>
                    <a:pt x="0" y="1083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6">
                <a:extLst>
                  <a:ext uri="{96DAC541-7B7A-43D3-8B79-37D633B846F1}">
                    <asvg:svgBlip xmlns:asvg="http://schemas.microsoft.com/office/drawing/2016/SVG/main" r:embed="rId6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5863620" y="6210408"/>
              <a:ext cx="1131292" cy="1102496"/>
            </a:xfrm>
            <a:custGeom>
              <a:avLst/>
              <a:gdLst/>
              <a:ahLst/>
              <a:cxnLst/>
              <a:rect l="l" t="t" r="r" b="b"/>
              <a:pathLst>
                <a:path w="1131292" h="1102496">
                  <a:moveTo>
                    <a:pt x="0" y="0"/>
                  </a:moveTo>
                  <a:lnTo>
                    <a:pt x="1131292" y="0"/>
                  </a:lnTo>
                  <a:lnTo>
                    <a:pt x="1131292" y="1102496"/>
                  </a:lnTo>
                  <a:lnTo>
                    <a:pt x="0" y="110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8">
                <a:extLst>
                  <a:ext uri="{96DAC541-7B7A-43D3-8B79-37D633B846F1}">
                    <asvg:svgBlip xmlns:asvg="http://schemas.microsoft.com/office/drawing/2016/SVG/main" r:embed="rId6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7288341" y="6301372"/>
              <a:ext cx="992303" cy="992303"/>
            </a:xfrm>
            <a:custGeom>
              <a:avLst/>
              <a:gdLst/>
              <a:ahLst/>
              <a:cxnLst/>
              <a:rect l="l" t="t" r="r" b="b"/>
              <a:pathLst>
                <a:path w="992303" h="992303">
                  <a:moveTo>
                    <a:pt x="0" y="0"/>
                  </a:moveTo>
                  <a:lnTo>
                    <a:pt x="992303" y="0"/>
                  </a:lnTo>
                  <a:lnTo>
                    <a:pt x="992303" y="992303"/>
                  </a:lnTo>
                  <a:lnTo>
                    <a:pt x="0" y="992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0">
                <a:extLst>
                  <a:ext uri="{96DAC541-7B7A-43D3-8B79-37D633B846F1}">
                    <asvg:svgBlip xmlns:asvg="http://schemas.microsoft.com/office/drawing/2016/SVG/main" r:embed="rId7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8980142" y="6262846"/>
              <a:ext cx="997620" cy="997620"/>
            </a:xfrm>
            <a:custGeom>
              <a:avLst/>
              <a:gdLst/>
              <a:ahLst/>
              <a:cxnLst/>
              <a:rect l="l" t="t" r="r" b="b"/>
              <a:pathLst>
                <a:path w="997620" h="997620">
                  <a:moveTo>
                    <a:pt x="0" y="0"/>
                  </a:moveTo>
                  <a:lnTo>
                    <a:pt x="997620" y="0"/>
                  </a:lnTo>
                  <a:lnTo>
                    <a:pt x="997620" y="997620"/>
                  </a:lnTo>
                  <a:lnTo>
                    <a:pt x="0" y="997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2">
                <a:extLst>
                  <a:ext uri="{96DAC541-7B7A-43D3-8B79-37D633B846F1}">
                    <asvg:svgBlip xmlns:asvg="http://schemas.microsoft.com/office/drawing/2016/SVG/main" r:embed="rId7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7650517"/>
              <a:ext cx="1018224" cy="1129079"/>
            </a:xfrm>
            <a:custGeom>
              <a:avLst/>
              <a:gdLst/>
              <a:ahLst/>
              <a:cxnLst/>
              <a:rect l="l" t="t" r="r" b="b"/>
              <a:pathLst>
                <a:path w="1018224" h="1129079">
                  <a:moveTo>
                    <a:pt x="0" y="0"/>
                  </a:moveTo>
                  <a:lnTo>
                    <a:pt x="1018224" y="0"/>
                  </a:lnTo>
                  <a:lnTo>
                    <a:pt x="1018224" y="1129079"/>
                  </a:lnTo>
                  <a:lnTo>
                    <a:pt x="0" y="1129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4">
                <a:extLst>
                  <a:ext uri="{96DAC541-7B7A-43D3-8B79-37D633B846F1}">
                    <asvg:svgBlip xmlns:asvg="http://schemas.microsoft.com/office/drawing/2016/SVG/main" r:embed="rId7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1439609" y="7665529"/>
              <a:ext cx="1042607" cy="1042607"/>
            </a:xfrm>
            <a:custGeom>
              <a:avLst/>
              <a:gdLst/>
              <a:ahLst/>
              <a:cxnLst/>
              <a:rect l="l" t="t" r="r" b="b"/>
              <a:pathLst>
                <a:path w="1042607" h="1042607">
                  <a:moveTo>
                    <a:pt x="0" y="0"/>
                  </a:moveTo>
                  <a:lnTo>
                    <a:pt x="1042607" y="0"/>
                  </a:lnTo>
                  <a:lnTo>
                    <a:pt x="1042607" y="1042607"/>
                  </a:lnTo>
                  <a:lnTo>
                    <a:pt x="0" y="1042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6">
                <a:extLst>
                  <a:ext uri="{96DAC541-7B7A-43D3-8B79-37D633B846F1}">
                    <asvg:svgBlip xmlns:asvg="http://schemas.microsoft.com/office/drawing/2016/SVG/main" r:embed="rId7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3022038" y="7745930"/>
              <a:ext cx="954661" cy="954661"/>
            </a:xfrm>
            <a:custGeom>
              <a:avLst/>
              <a:gdLst/>
              <a:ahLst/>
              <a:cxnLst/>
              <a:rect l="l" t="t" r="r" b="b"/>
              <a:pathLst>
                <a:path w="954661" h="954661">
                  <a:moveTo>
                    <a:pt x="0" y="0"/>
                  </a:moveTo>
                  <a:lnTo>
                    <a:pt x="954662" y="0"/>
                  </a:lnTo>
                  <a:lnTo>
                    <a:pt x="954662" y="954661"/>
                  </a:lnTo>
                  <a:lnTo>
                    <a:pt x="0" y="954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8">
                <a:extLst>
                  <a:ext uri="{96DAC541-7B7A-43D3-8B79-37D633B846F1}">
                    <asvg:svgBlip xmlns:asvg="http://schemas.microsoft.com/office/drawing/2016/SVG/main" r:embed="rId7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4472260" y="7741907"/>
              <a:ext cx="921692" cy="889851"/>
            </a:xfrm>
            <a:custGeom>
              <a:avLst/>
              <a:gdLst/>
              <a:ahLst/>
              <a:cxnLst/>
              <a:rect l="l" t="t" r="r" b="b"/>
              <a:pathLst>
                <a:path w="921692" h="889851">
                  <a:moveTo>
                    <a:pt x="0" y="0"/>
                  </a:moveTo>
                  <a:lnTo>
                    <a:pt x="921692" y="0"/>
                  </a:lnTo>
                  <a:lnTo>
                    <a:pt x="921692" y="889851"/>
                  </a:lnTo>
                  <a:lnTo>
                    <a:pt x="0" y="889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0">
                <a:extLst>
                  <a:ext uri="{96DAC541-7B7A-43D3-8B79-37D633B846F1}">
                    <asvg:svgBlip xmlns:asvg="http://schemas.microsoft.com/office/drawing/2016/SVG/main" r:embed="rId8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5818305" y="7793611"/>
              <a:ext cx="1221924" cy="859299"/>
            </a:xfrm>
            <a:custGeom>
              <a:avLst/>
              <a:gdLst/>
              <a:ahLst/>
              <a:cxnLst/>
              <a:rect l="l" t="t" r="r" b="b"/>
              <a:pathLst>
                <a:path w="1221924" h="859299">
                  <a:moveTo>
                    <a:pt x="0" y="0"/>
                  </a:moveTo>
                  <a:lnTo>
                    <a:pt x="1221923" y="0"/>
                  </a:lnTo>
                  <a:lnTo>
                    <a:pt x="1221923" y="859299"/>
                  </a:lnTo>
                  <a:lnTo>
                    <a:pt x="0" y="859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2">
                <a:extLst>
                  <a:ext uri="{96DAC541-7B7A-43D3-8B79-37D633B846F1}">
                    <asvg:svgBlip xmlns:asvg="http://schemas.microsoft.com/office/drawing/2016/SVG/main" r:embed="rId8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7402032" y="7686079"/>
              <a:ext cx="1056784" cy="1014512"/>
            </a:xfrm>
            <a:custGeom>
              <a:avLst/>
              <a:gdLst/>
              <a:ahLst/>
              <a:cxnLst/>
              <a:rect l="l" t="t" r="r" b="b"/>
              <a:pathLst>
                <a:path w="1056784" h="1014512">
                  <a:moveTo>
                    <a:pt x="0" y="0"/>
                  </a:moveTo>
                  <a:lnTo>
                    <a:pt x="1056784" y="0"/>
                  </a:lnTo>
                  <a:lnTo>
                    <a:pt x="1056784" y="1014512"/>
                  </a:lnTo>
                  <a:lnTo>
                    <a:pt x="0" y="1014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4">
                <a:extLst>
                  <a:ext uri="{96DAC541-7B7A-43D3-8B79-37D633B846F1}">
                    <asvg:svgBlip xmlns:asvg="http://schemas.microsoft.com/office/drawing/2016/SVG/main" r:embed="rId8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8950337" y="7719822"/>
              <a:ext cx="1027425" cy="1006876"/>
            </a:xfrm>
            <a:custGeom>
              <a:avLst/>
              <a:gdLst/>
              <a:ahLst/>
              <a:cxnLst/>
              <a:rect l="l" t="t" r="r" b="b"/>
              <a:pathLst>
                <a:path w="1027425" h="1006876">
                  <a:moveTo>
                    <a:pt x="0" y="0"/>
                  </a:moveTo>
                  <a:lnTo>
                    <a:pt x="1027425" y="0"/>
                  </a:lnTo>
                  <a:lnTo>
                    <a:pt x="1027425" y="1006877"/>
                  </a:lnTo>
                  <a:lnTo>
                    <a:pt x="0" y="1006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6">
                <a:extLst>
                  <a:ext uri="{96DAC541-7B7A-43D3-8B79-37D633B846F1}">
                    <asvg:svgBlip xmlns:asvg="http://schemas.microsoft.com/office/drawing/2016/SVG/main" r:embed="rId8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0" y="9114327"/>
              <a:ext cx="1065752" cy="1153865"/>
            </a:xfrm>
            <a:custGeom>
              <a:avLst/>
              <a:gdLst/>
              <a:ahLst/>
              <a:cxnLst/>
              <a:rect l="l" t="t" r="r" b="b"/>
              <a:pathLst>
                <a:path w="1065752" h="1153865">
                  <a:moveTo>
                    <a:pt x="0" y="0"/>
                  </a:moveTo>
                  <a:lnTo>
                    <a:pt x="1065752" y="0"/>
                  </a:lnTo>
                  <a:lnTo>
                    <a:pt x="1065752" y="1153865"/>
                  </a:lnTo>
                  <a:lnTo>
                    <a:pt x="0" y="1153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8">
                <a:extLst>
                  <a:ext uri="{96DAC541-7B7A-43D3-8B79-37D633B846F1}">
                    <asvg:svgBlip xmlns:asvg="http://schemas.microsoft.com/office/drawing/2016/SVG/main" r:embed="rId8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1603425" y="9053506"/>
              <a:ext cx="878791" cy="1271935"/>
            </a:xfrm>
            <a:custGeom>
              <a:avLst/>
              <a:gdLst/>
              <a:ahLst/>
              <a:cxnLst/>
              <a:rect l="l" t="t" r="r" b="b"/>
              <a:pathLst>
                <a:path w="878791" h="1271935">
                  <a:moveTo>
                    <a:pt x="0" y="0"/>
                  </a:moveTo>
                  <a:lnTo>
                    <a:pt x="878791" y="0"/>
                  </a:lnTo>
                  <a:lnTo>
                    <a:pt x="878791" y="1271935"/>
                  </a:lnTo>
                  <a:lnTo>
                    <a:pt x="0" y="1271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0">
                <a:extLst>
                  <a:ext uri="{96DAC541-7B7A-43D3-8B79-37D633B846F1}">
                    <asvg:svgBlip xmlns:asvg="http://schemas.microsoft.com/office/drawing/2016/SVG/main" r:embed="rId9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2910704" y="9108123"/>
              <a:ext cx="1208004" cy="1166273"/>
            </a:xfrm>
            <a:custGeom>
              <a:avLst/>
              <a:gdLst/>
              <a:ahLst/>
              <a:cxnLst/>
              <a:rect l="l" t="t" r="r" b="b"/>
              <a:pathLst>
                <a:path w="1208004" h="1166273">
                  <a:moveTo>
                    <a:pt x="0" y="0"/>
                  </a:moveTo>
                  <a:lnTo>
                    <a:pt x="1208004" y="0"/>
                  </a:lnTo>
                  <a:lnTo>
                    <a:pt x="1208004" y="1166273"/>
                  </a:lnTo>
                  <a:lnTo>
                    <a:pt x="0" y="1166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2">
                <a:extLst>
                  <a:ext uri="{96DAC541-7B7A-43D3-8B79-37D633B846F1}">
                    <asvg:svgBlip xmlns:asvg="http://schemas.microsoft.com/office/drawing/2016/SVG/main" r:embed="rId9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4472260" y="9084051"/>
              <a:ext cx="1078093" cy="1038890"/>
            </a:xfrm>
            <a:custGeom>
              <a:avLst/>
              <a:gdLst/>
              <a:ahLst/>
              <a:cxnLst/>
              <a:rect l="l" t="t" r="r" b="b"/>
              <a:pathLst>
                <a:path w="1078093" h="1038890">
                  <a:moveTo>
                    <a:pt x="0" y="0"/>
                  </a:moveTo>
                  <a:lnTo>
                    <a:pt x="1078093" y="0"/>
                  </a:lnTo>
                  <a:lnTo>
                    <a:pt x="1078093" y="1038889"/>
                  </a:lnTo>
                  <a:lnTo>
                    <a:pt x="0" y="103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4">
                <a:extLst>
                  <a:ext uri="{96DAC541-7B7A-43D3-8B79-37D633B846F1}">
                    <asvg:svgBlip xmlns:asvg="http://schemas.microsoft.com/office/drawing/2016/SVG/main" r:embed="rId9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5892384" y="9080638"/>
              <a:ext cx="1073765" cy="1217671"/>
            </a:xfrm>
            <a:custGeom>
              <a:avLst/>
              <a:gdLst/>
              <a:ahLst/>
              <a:cxnLst/>
              <a:rect l="l" t="t" r="r" b="b"/>
              <a:pathLst>
                <a:path w="1073765" h="1217671">
                  <a:moveTo>
                    <a:pt x="0" y="0"/>
                  </a:moveTo>
                  <a:lnTo>
                    <a:pt x="1073765" y="0"/>
                  </a:lnTo>
                  <a:lnTo>
                    <a:pt x="1073765" y="1217671"/>
                  </a:lnTo>
                  <a:lnTo>
                    <a:pt x="0" y="1217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6">
                <a:extLst>
                  <a:ext uri="{96DAC541-7B7A-43D3-8B79-37D633B846F1}">
                    <asvg:svgBlip xmlns:asvg="http://schemas.microsoft.com/office/drawing/2016/SVG/main" r:embed="rId9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7228861" y="9249071"/>
              <a:ext cx="1182544" cy="1049239"/>
            </a:xfrm>
            <a:custGeom>
              <a:avLst/>
              <a:gdLst/>
              <a:ahLst/>
              <a:cxnLst/>
              <a:rect l="l" t="t" r="r" b="b"/>
              <a:pathLst>
                <a:path w="1182544" h="1049239">
                  <a:moveTo>
                    <a:pt x="0" y="0"/>
                  </a:moveTo>
                  <a:lnTo>
                    <a:pt x="1182544" y="0"/>
                  </a:lnTo>
                  <a:lnTo>
                    <a:pt x="1182544" y="1049238"/>
                  </a:lnTo>
                  <a:lnTo>
                    <a:pt x="0" y="1049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8">
                <a:extLst>
                  <a:ext uri="{96DAC541-7B7A-43D3-8B79-37D633B846F1}">
                    <asvg:svgBlip xmlns:asvg="http://schemas.microsoft.com/office/drawing/2016/SVG/main" r:embed="rId9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6"/>
            <p:cNvSpPr/>
            <p:nvPr/>
          </p:nvSpPr>
          <p:spPr>
            <a:xfrm>
              <a:off x="8776853" y="9035916"/>
              <a:ext cx="1200909" cy="1232276"/>
            </a:xfrm>
            <a:custGeom>
              <a:avLst/>
              <a:gdLst/>
              <a:ahLst/>
              <a:cxnLst/>
              <a:rect l="l" t="t" r="r" b="b"/>
              <a:pathLst>
                <a:path w="1200909" h="1232276">
                  <a:moveTo>
                    <a:pt x="0" y="0"/>
                  </a:moveTo>
                  <a:lnTo>
                    <a:pt x="1200909" y="0"/>
                  </a:lnTo>
                  <a:lnTo>
                    <a:pt x="1200909" y="1232276"/>
                  </a:lnTo>
                  <a:lnTo>
                    <a:pt x="0" y="1232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0">
                <a:extLst>
                  <a:ext uri="{96DAC541-7B7A-43D3-8B79-37D633B846F1}">
                    <asvg:svgBlip xmlns:asvg="http://schemas.microsoft.com/office/drawing/2016/SVG/main" r:embed="rId10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7"/>
            <p:cNvSpPr/>
            <p:nvPr/>
          </p:nvSpPr>
          <p:spPr>
            <a:xfrm>
              <a:off x="0" y="10526162"/>
              <a:ext cx="1025858" cy="1112864"/>
            </a:xfrm>
            <a:custGeom>
              <a:avLst/>
              <a:gdLst/>
              <a:ahLst/>
              <a:cxnLst/>
              <a:rect l="l" t="t" r="r" b="b"/>
              <a:pathLst>
                <a:path w="1025858" h="1112864">
                  <a:moveTo>
                    <a:pt x="0" y="0"/>
                  </a:moveTo>
                  <a:lnTo>
                    <a:pt x="1025858" y="0"/>
                  </a:lnTo>
                  <a:lnTo>
                    <a:pt x="1025858" y="1112864"/>
                  </a:lnTo>
                  <a:lnTo>
                    <a:pt x="0" y="1112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2">
                <a:extLst>
                  <a:ext uri="{96DAC541-7B7A-43D3-8B79-37D633B846F1}">
                    <asvg:svgBlip xmlns:asvg="http://schemas.microsoft.com/office/drawing/2016/SVG/main" r:embed="rId10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1603425" y="10567203"/>
              <a:ext cx="1030782" cy="1030782"/>
            </a:xfrm>
            <a:custGeom>
              <a:avLst/>
              <a:gdLst/>
              <a:ahLst/>
              <a:cxnLst/>
              <a:rect l="l" t="t" r="r" b="b"/>
              <a:pathLst>
                <a:path w="1030782" h="1030782">
                  <a:moveTo>
                    <a:pt x="0" y="0"/>
                  </a:moveTo>
                  <a:lnTo>
                    <a:pt x="1030782" y="0"/>
                  </a:lnTo>
                  <a:lnTo>
                    <a:pt x="1030782" y="1030782"/>
                  </a:lnTo>
                  <a:lnTo>
                    <a:pt x="0" y="1030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4">
                <a:extLst>
                  <a:ext uri="{96DAC541-7B7A-43D3-8B79-37D633B846F1}">
                    <asvg:svgBlip xmlns:asvg="http://schemas.microsoft.com/office/drawing/2016/SVG/main" r:embed="rId10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2929575" y="10363268"/>
              <a:ext cx="1219003" cy="1234717"/>
            </a:xfrm>
            <a:custGeom>
              <a:avLst/>
              <a:gdLst/>
              <a:ahLst/>
              <a:cxnLst/>
              <a:rect l="l" t="t" r="r" b="b"/>
              <a:pathLst>
                <a:path w="1219003" h="1234717">
                  <a:moveTo>
                    <a:pt x="0" y="0"/>
                  </a:moveTo>
                  <a:lnTo>
                    <a:pt x="1219003" y="0"/>
                  </a:lnTo>
                  <a:lnTo>
                    <a:pt x="1219003" y="1234717"/>
                  </a:lnTo>
                  <a:lnTo>
                    <a:pt x="0" y="1234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6">
                <a:extLst>
                  <a:ext uri="{96DAC541-7B7A-43D3-8B79-37D633B846F1}">
                    <asvg:svgBlip xmlns:asvg="http://schemas.microsoft.com/office/drawing/2016/SVG/main" r:embed="rId10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60"/>
            <p:cNvSpPr/>
            <p:nvPr/>
          </p:nvSpPr>
          <p:spPr>
            <a:xfrm>
              <a:off x="4446139" y="10292310"/>
              <a:ext cx="1305675" cy="1305675"/>
            </a:xfrm>
            <a:custGeom>
              <a:avLst/>
              <a:gdLst/>
              <a:ahLst/>
              <a:cxnLst/>
              <a:rect l="l" t="t" r="r" b="b"/>
              <a:pathLst>
                <a:path w="1305675" h="1305675">
                  <a:moveTo>
                    <a:pt x="0" y="0"/>
                  </a:moveTo>
                  <a:lnTo>
                    <a:pt x="1305675" y="0"/>
                  </a:lnTo>
                  <a:lnTo>
                    <a:pt x="1305675" y="1305675"/>
                  </a:lnTo>
                  <a:lnTo>
                    <a:pt x="0" y="1305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8">
                <a:extLst>
                  <a:ext uri="{96DAC541-7B7A-43D3-8B79-37D633B846F1}">
                    <asvg:svgBlip xmlns:asvg="http://schemas.microsoft.com/office/drawing/2016/SVG/main" r:embed="rId10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5867691" y="10455294"/>
              <a:ext cx="1172538" cy="1142691"/>
            </a:xfrm>
            <a:custGeom>
              <a:avLst/>
              <a:gdLst/>
              <a:ahLst/>
              <a:cxnLst/>
              <a:rect l="l" t="t" r="r" b="b"/>
              <a:pathLst>
                <a:path w="1172538" h="1142691">
                  <a:moveTo>
                    <a:pt x="0" y="0"/>
                  </a:moveTo>
                  <a:lnTo>
                    <a:pt x="1172537" y="0"/>
                  </a:lnTo>
                  <a:lnTo>
                    <a:pt x="1172537" y="1142691"/>
                  </a:lnTo>
                  <a:lnTo>
                    <a:pt x="0" y="114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0">
                <a:extLst>
                  <a:ext uri="{96DAC541-7B7A-43D3-8B79-37D633B846F1}">
                    <asvg:svgBlip xmlns:asvg="http://schemas.microsoft.com/office/drawing/2016/SVG/main" r:embed="rId1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2"/>
            <p:cNvSpPr/>
            <p:nvPr/>
          </p:nvSpPr>
          <p:spPr>
            <a:xfrm>
              <a:off x="8715069" y="10682892"/>
              <a:ext cx="1324477" cy="915093"/>
            </a:xfrm>
            <a:custGeom>
              <a:avLst/>
              <a:gdLst/>
              <a:ahLst/>
              <a:cxnLst/>
              <a:rect l="l" t="t" r="r" b="b"/>
              <a:pathLst>
                <a:path w="1324477" h="915093">
                  <a:moveTo>
                    <a:pt x="0" y="0"/>
                  </a:moveTo>
                  <a:lnTo>
                    <a:pt x="1324477" y="0"/>
                  </a:lnTo>
                  <a:lnTo>
                    <a:pt x="1324477" y="915093"/>
                  </a:lnTo>
                  <a:lnTo>
                    <a:pt x="0" y="915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2">
                <a:extLst>
                  <a:ext uri="{96DAC541-7B7A-43D3-8B79-37D633B846F1}">
                    <asvg:svgBlip xmlns:asvg="http://schemas.microsoft.com/office/drawing/2016/SVG/main" r:embed="rId1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3"/>
            <p:cNvSpPr/>
            <p:nvPr/>
          </p:nvSpPr>
          <p:spPr>
            <a:xfrm rot="1117918">
              <a:off x="7208626" y="10564582"/>
              <a:ext cx="1152524" cy="924114"/>
            </a:xfrm>
            <a:custGeom>
              <a:avLst/>
              <a:gdLst/>
              <a:ahLst/>
              <a:cxnLst/>
              <a:rect l="l" t="t" r="r" b="b"/>
              <a:pathLst>
                <a:path w="1152524" h="924114">
                  <a:moveTo>
                    <a:pt x="0" y="0"/>
                  </a:moveTo>
                  <a:lnTo>
                    <a:pt x="1152523" y="0"/>
                  </a:lnTo>
                  <a:lnTo>
                    <a:pt x="1152523" y="924115"/>
                  </a:lnTo>
                  <a:lnTo>
                    <a:pt x="0" y="924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4" name="Freeform 64"/>
          <p:cNvSpPr/>
          <p:nvPr/>
        </p:nvSpPr>
        <p:spPr>
          <a:xfrm rot="-1801948">
            <a:off x="13861223" y="-6470092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5" name="Freeform 65"/>
          <p:cNvSpPr/>
          <p:nvPr/>
        </p:nvSpPr>
        <p:spPr>
          <a:xfrm>
            <a:off x="-3340900" y="8992836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80936" y="1500305"/>
            <a:ext cx="77261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29"/>
              </a:lnSpc>
              <a:spcBef>
                <a:spcPct val="0"/>
              </a:spcBef>
            </a:pPr>
            <a:r>
              <a:rPr lang="en-US" sz="8441" u="none" strike="noStrike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Credits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43698" y="5407867"/>
            <a:ext cx="11810379" cy="309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9"/>
              </a:lnSpc>
              <a:spcBef>
                <a:spcPct val="0"/>
              </a:spcBef>
            </a:pPr>
            <a:r>
              <a:rPr lang="en-US" sz="1899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This presentation template is free for everyone to use thanks to the following: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18025" y="6039580"/>
            <a:ext cx="12651949" cy="61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9"/>
              </a:lnSpc>
              <a:spcBef>
                <a:spcPct val="0"/>
              </a:spcBef>
            </a:pPr>
            <a:r>
              <a:rPr lang="en-US" sz="1899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SlidesCarnival for the presentation template</a:t>
            </a:r>
          </a:p>
          <a:p>
            <a:pPr marL="0" lvl="0" indent="0" algn="ctr">
              <a:lnSpc>
                <a:spcPts val="2469"/>
              </a:lnSpc>
              <a:spcBef>
                <a:spcPct val="0"/>
              </a:spcBef>
            </a:pPr>
            <a:r>
              <a:rPr lang="en-US" sz="1899" u="none" strike="noStrike">
                <a:solidFill>
                  <a:srgbClr val="262A41"/>
                </a:solidFill>
                <a:latin typeface="Arimo"/>
                <a:ea typeface="Arimo"/>
                <a:cs typeface="Arimo"/>
                <a:sym typeface="Arimo"/>
              </a:rPr>
              <a:t>Pexels for the photos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18025" y="7225066"/>
            <a:ext cx="12651949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29"/>
              </a:lnSpc>
              <a:spcBef>
                <a:spcPct val="0"/>
              </a:spcBef>
            </a:pPr>
            <a:r>
              <a:rPr lang="en-US" sz="8441" u="none" strike="noStrike">
                <a:solidFill>
                  <a:srgbClr val="262A41"/>
                </a:solidFill>
                <a:latin typeface="Anton"/>
                <a:ea typeface="Anton"/>
                <a:cs typeface="Anton"/>
                <a:sym typeface="Anton"/>
              </a:rPr>
              <a:t>Happy designing! </a:t>
            </a:r>
          </a:p>
        </p:txBody>
      </p:sp>
      <p:sp>
        <p:nvSpPr>
          <p:cNvPr id="6" name="Freeform 6"/>
          <p:cNvSpPr/>
          <p:nvPr/>
        </p:nvSpPr>
        <p:spPr>
          <a:xfrm>
            <a:off x="6131256" y="3358570"/>
            <a:ext cx="6025487" cy="1506372"/>
          </a:xfrm>
          <a:custGeom>
            <a:avLst/>
            <a:gdLst/>
            <a:ahLst/>
            <a:cxnLst/>
            <a:rect l="l" t="t" r="r" b="b"/>
            <a:pathLst>
              <a:path w="6025487" h="1506372">
                <a:moveTo>
                  <a:pt x="0" y="0"/>
                </a:moveTo>
                <a:lnTo>
                  <a:pt x="6025488" y="0"/>
                </a:lnTo>
                <a:lnTo>
                  <a:pt x="6025488" y="1506372"/>
                </a:lnTo>
                <a:lnTo>
                  <a:pt x="0" y="1506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1117918">
            <a:off x="11615925" y="-4720405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20"/>
                </a:lnTo>
                <a:lnTo>
                  <a:pt x="0" y="10010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1117918">
            <a:off x="-7242752" y="603131"/>
            <a:ext cx="12484900" cy="10010620"/>
          </a:xfrm>
          <a:custGeom>
            <a:avLst/>
            <a:gdLst/>
            <a:ahLst/>
            <a:cxnLst/>
            <a:rect l="l" t="t" r="r" b="b"/>
            <a:pathLst>
              <a:path w="12484900" h="10010620">
                <a:moveTo>
                  <a:pt x="0" y="0"/>
                </a:moveTo>
                <a:lnTo>
                  <a:pt x="12484900" y="0"/>
                </a:lnTo>
                <a:lnTo>
                  <a:pt x="12484900" y="10010619"/>
                </a:lnTo>
                <a:lnTo>
                  <a:pt x="0" y="10010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923</Words>
  <Application>Microsoft Office PowerPoint</Application>
  <PresentationFormat>Custom</PresentationFormat>
  <Paragraphs>199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Anton</vt:lpstr>
      <vt:lpstr>Arimo</vt:lpstr>
      <vt:lpstr>Inter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How to Code Infographics Presentation</dc:title>
  <cp:lastModifiedBy>Nekoh, Ali Mohammad</cp:lastModifiedBy>
  <cp:revision>2</cp:revision>
  <dcterms:created xsi:type="dcterms:W3CDTF">2006-08-16T00:00:00Z</dcterms:created>
  <dcterms:modified xsi:type="dcterms:W3CDTF">2025-11-14T13:31:28Z</dcterms:modified>
  <dc:identifier>DAG4ragg_2A</dc:identifier>
</cp:coreProperties>
</file>