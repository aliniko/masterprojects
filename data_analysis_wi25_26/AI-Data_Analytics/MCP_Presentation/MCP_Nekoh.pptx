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95F522-E5DC-4419-8E6E-43EF0C6E9B6A}"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E74204B4-7C51-40F6-816F-070E530742FC}">
      <dgm:prSet/>
      <dgm:spPr/>
      <dgm:t>
        <a:bodyPr/>
        <a:lstStyle/>
        <a:p>
          <a:pPr>
            <a:lnSpc>
              <a:spcPct val="100000"/>
            </a:lnSpc>
          </a:pPr>
          <a:r>
            <a:rPr lang="de-DE" b="1" dirty="0" err="1"/>
            <a:t>Build</a:t>
          </a:r>
          <a:r>
            <a:rPr lang="de-DE" b="1" dirty="0"/>
            <a:t> Server: </a:t>
          </a:r>
          <a:endParaRPr lang="en-US" dirty="0"/>
        </a:p>
        <a:p>
          <a:pPr>
            <a:lnSpc>
              <a:spcPct val="100000"/>
            </a:lnSpc>
          </a:pPr>
          <a:r>
            <a:rPr lang="en-US" dirty="0"/>
            <a:t>Create MCP servers to expose your data and tools</a:t>
          </a:r>
        </a:p>
      </dgm:t>
    </dgm:pt>
    <dgm:pt modelId="{E18E0150-10CE-4BE5-8548-4FCC7CCC277B}" type="parTrans" cxnId="{D5BDB880-1162-4790-81CA-BBF90191CE3A}">
      <dgm:prSet/>
      <dgm:spPr/>
      <dgm:t>
        <a:bodyPr/>
        <a:lstStyle/>
        <a:p>
          <a:endParaRPr lang="en-US"/>
        </a:p>
      </dgm:t>
    </dgm:pt>
    <dgm:pt modelId="{9BD1E3A1-4754-460D-80A7-1FAA9D037426}" type="sibTrans" cxnId="{D5BDB880-1162-4790-81CA-BBF90191CE3A}">
      <dgm:prSet/>
      <dgm:spPr/>
      <dgm:t>
        <a:bodyPr/>
        <a:lstStyle/>
        <a:p>
          <a:pPr>
            <a:lnSpc>
              <a:spcPct val="100000"/>
            </a:lnSpc>
          </a:pPr>
          <a:endParaRPr lang="en-US"/>
        </a:p>
      </dgm:t>
    </dgm:pt>
    <dgm:pt modelId="{429841D2-9C3B-42E4-AE4B-543B435ED2FD}">
      <dgm:prSet/>
      <dgm:spPr/>
      <dgm:t>
        <a:bodyPr/>
        <a:lstStyle/>
        <a:p>
          <a:pPr>
            <a:lnSpc>
              <a:spcPct val="100000"/>
            </a:lnSpc>
          </a:pPr>
          <a:r>
            <a:rPr lang="en-US" b="1" dirty="0"/>
            <a:t>Build clients:</a:t>
          </a:r>
        </a:p>
        <a:p>
          <a:pPr>
            <a:lnSpc>
              <a:spcPct val="100000"/>
            </a:lnSpc>
          </a:pPr>
          <a:r>
            <a:rPr lang="en-US" dirty="0"/>
            <a:t>Develop applications that connect to MCP servers</a:t>
          </a:r>
        </a:p>
      </dgm:t>
    </dgm:pt>
    <dgm:pt modelId="{90F39FC5-180F-4BE6-B070-3E56B6C77949}" type="parTrans" cxnId="{4758C6DD-4984-4042-BD63-20660A601CD0}">
      <dgm:prSet/>
      <dgm:spPr/>
      <dgm:t>
        <a:bodyPr/>
        <a:lstStyle/>
        <a:p>
          <a:endParaRPr lang="en-US"/>
        </a:p>
      </dgm:t>
    </dgm:pt>
    <dgm:pt modelId="{3DB1DF38-9EB6-43F0-B5AF-91D857435C19}" type="sibTrans" cxnId="{4758C6DD-4984-4042-BD63-20660A601CD0}">
      <dgm:prSet/>
      <dgm:spPr/>
      <dgm:t>
        <a:bodyPr/>
        <a:lstStyle/>
        <a:p>
          <a:endParaRPr lang="en-US"/>
        </a:p>
      </dgm:t>
    </dgm:pt>
    <dgm:pt modelId="{1946BBA1-1E5C-4D18-BAE0-CFE9C16E6666}" type="pres">
      <dgm:prSet presAssocID="{2995F522-E5DC-4419-8E6E-43EF0C6E9B6A}" presName="root" presStyleCnt="0">
        <dgm:presLayoutVars>
          <dgm:dir/>
          <dgm:resizeHandles val="exact"/>
        </dgm:presLayoutVars>
      </dgm:prSet>
      <dgm:spPr/>
    </dgm:pt>
    <dgm:pt modelId="{017916B9-04CE-46DD-8A11-29544B9CE940}" type="pres">
      <dgm:prSet presAssocID="{2995F522-E5DC-4419-8E6E-43EF0C6E9B6A}" presName="container" presStyleCnt="0">
        <dgm:presLayoutVars>
          <dgm:dir/>
          <dgm:resizeHandles val="exact"/>
        </dgm:presLayoutVars>
      </dgm:prSet>
      <dgm:spPr/>
    </dgm:pt>
    <dgm:pt modelId="{1D27B3A8-BDE8-4FDD-BEB5-12BBBF560998}" type="pres">
      <dgm:prSet presAssocID="{E74204B4-7C51-40F6-816F-070E530742FC}" presName="compNode" presStyleCnt="0"/>
      <dgm:spPr/>
    </dgm:pt>
    <dgm:pt modelId="{9CD65A46-8D23-4C4E-AD32-CE9A17D3C107}" type="pres">
      <dgm:prSet presAssocID="{E74204B4-7C51-40F6-816F-070E530742FC}" presName="iconBgRect" presStyleLbl="bgShp" presStyleIdx="0" presStyleCnt="2"/>
      <dgm:spPr/>
    </dgm:pt>
    <dgm:pt modelId="{07B9373B-4F8D-49B2-8540-2B9B1DB690C1}" type="pres">
      <dgm:prSet presAssocID="{E74204B4-7C51-40F6-816F-070E530742F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09E4C2F2-B736-48F1-8373-F9F359779F30}" type="pres">
      <dgm:prSet presAssocID="{E74204B4-7C51-40F6-816F-070E530742FC}" presName="spaceRect" presStyleCnt="0"/>
      <dgm:spPr/>
    </dgm:pt>
    <dgm:pt modelId="{73F2FCFC-E34D-460C-BDCA-25865DDFEC66}" type="pres">
      <dgm:prSet presAssocID="{E74204B4-7C51-40F6-816F-070E530742FC}" presName="textRect" presStyleLbl="revTx" presStyleIdx="0" presStyleCnt="2">
        <dgm:presLayoutVars>
          <dgm:chMax val="1"/>
          <dgm:chPref val="1"/>
        </dgm:presLayoutVars>
      </dgm:prSet>
      <dgm:spPr/>
    </dgm:pt>
    <dgm:pt modelId="{A8605C91-31CD-43E4-B8EB-F6DBEAE5ABD9}" type="pres">
      <dgm:prSet presAssocID="{9BD1E3A1-4754-460D-80A7-1FAA9D037426}" presName="sibTrans" presStyleLbl="sibTrans2D1" presStyleIdx="0" presStyleCnt="0"/>
      <dgm:spPr/>
    </dgm:pt>
    <dgm:pt modelId="{F06616FA-4E34-4122-B0AE-76A5C9F8A23C}" type="pres">
      <dgm:prSet presAssocID="{429841D2-9C3B-42E4-AE4B-543B435ED2FD}" presName="compNode" presStyleCnt="0"/>
      <dgm:spPr/>
    </dgm:pt>
    <dgm:pt modelId="{B64144DC-5C48-4B05-A8FC-6387E83698B2}" type="pres">
      <dgm:prSet presAssocID="{429841D2-9C3B-42E4-AE4B-543B435ED2FD}" presName="iconBgRect" presStyleLbl="bgShp" presStyleIdx="1" presStyleCnt="2"/>
      <dgm:spPr/>
    </dgm:pt>
    <dgm:pt modelId="{D2AB4785-A3DF-4B93-9E4B-E5A21E29962C}" type="pres">
      <dgm:prSet presAssocID="{429841D2-9C3B-42E4-AE4B-543B435ED2F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2B47A919-C04B-420C-8A0C-9802B231B318}" type="pres">
      <dgm:prSet presAssocID="{429841D2-9C3B-42E4-AE4B-543B435ED2FD}" presName="spaceRect" presStyleCnt="0"/>
      <dgm:spPr/>
    </dgm:pt>
    <dgm:pt modelId="{D4529EF3-CB3A-4222-A32D-621D856B1759}" type="pres">
      <dgm:prSet presAssocID="{429841D2-9C3B-42E4-AE4B-543B435ED2FD}" presName="textRect" presStyleLbl="revTx" presStyleIdx="1" presStyleCnt="2">
        <dgm:presLayoutVars>
          <dgm:chMax val="1"/>
          <dgm:chPref val="1"/>
        </dgm:presLayoutVars>
      </dgm:prSet>
      <dgm:spPr/>
    </dgm:pt>
  </dgm:ptLst>
  <dgm:cxnLst>
    <dgm:cxn modelId="{B2F89B19-D803-479E-BAF0-EECA25FB0FE0}" type="presOf" srcId="{2995F522-E5DC-4419-8E6E-43EF0C6E9B6A}" destId="{1946BBA1-1E5C-4D18-BAE0-CFE9C16E6666}" srcOrd="0" destOrd="0" presId="urn:microsoft.com/office/officeart/2018/2/layout/IconCircleList"/>
    <dgm:cxn modelId="{19BA7424-99BB-4FAB-B172-043B347E7698}" type="presOf" srcId="{429841D2-9C3B-42E4-AE4B-543B435ED2FD}" destId="{D4529EF3-CB3A-4222-A32D-621D856B1759}" srcOrd="0" destOrd="0" presId="urn:microsoft.com/office/officeart/2018/2/layout/IconCircleList"/>
    <dgm:cxn modelId="{D39A4162-1ED4-4ECC-BE0B-E2F2516A3CF4}" type="presOf" srcId="{E74204B4-7C51-40F6-816F-070E530742FC}" destId="{73F2FCFC-E34D-460C-BDCA-25865DDFEC66}" srcOrd="0" destOrd="0" presId="urn:microsoft.com/office/officeart/2018/2/layout/IconCircleList"/>
    <dgm:cxn modelId="{D5BDB880-1162-4790-81CA-BBF90191CE3A}" srcId="{2995F522-E5DC-4419-8E6E-43EF0C6E9B6A}" destId="{E74204B4-7C51-40F6-816F-070E530742FC}" srcOrd="0" destOrd="0" parTransId="{E18E0150-10CE-4BE5-8548-4FCC7CCC277B}" sibTransId="{9BD1E3A1-4754-460D-80A7-1FAA9D037426}"/>
    <dgm:cxn modelId="{16D675B2-59F0-4720-BE94-2CB41317DF4C}" type="presOf" srcId="{9BD1E3A1-4754-460D-80A7-1FAA9D037426}" destId="{A8605C91-31CD-43E4-B8EB-F6DBEAE5ABD9}" srcOrd="0" destOrd="0" presId="urn:microsoft.com/office/officeart/2018/2/layout/IconCircleList"/>
    <dgm:cxn modelId="{4758C6DD-4984-4042-BD63-20660A601CD0}" srcId="{2995F522-E5DC-4419-8E6E-43EF0C6E9B6A}" destId="{429841D2-9C3B-42E4-AE4B-543B435ED2FD}" srcOrd="1" destOrd="0" parTransId="{90F39FC5-180F-4BE6-B070-3E56B6C77949}" sibTransId="{3DB1DF38-9EB6-43F0-B5AF-91D857435C19}"/>
    <dgm:cxn modelId="{E3A1FE28-3734-4F26-ABF1-6C6DA7CFA3EE}" type="presParOf" srcId="{1946BBA1-1E5C-4D18-BAE0-CFE9C16E6666}" destId="{017916B9-04CE-46DD-8A11-29544B9CE940}" srcOrd="0" destOrd="0" presId="urn:microsoft.com/office/officeart/2018/2/layout/IconCircleList"/>
    <dgm:cxn modelId="{690F9799-8C6E-43BF-883B-2E9D70923BD5}" type="presParOf" srcId="{017916B9-04CE-46DD-8A11-29544B9CE940}" destId="{1D27B3A8-BDE8-4FDD-BEB5-12BBBF560998}" srcOrd="0" destOrd="0" presId="urn:microsoft.com/office/officeart/2018/2/layout/IconCircleList"/>
    <dgm:cxn modelId="{EA658535-2700-403C-9FED-839129364F8C}" type="presParOf" srcId="{1D27B3A8-BDE8-4FDD-BEB5-12BBBF560998}" destId="{9CD65A46-8D23-4C4E-AD32-CE9A17D3C107}" srcOrd="0" destOrd="0" presId="urn:microsoft.com/office/officeart/2018/2/layout/IconCircleList"/>
    <dgm:cxn modelId="{2C34A842-EA03-43E0-B997-792D4B6E8AD0}" type="presParOf" srcId="{1D27B3A8-BDE8-4FDD-BEB5-12BBBF560998}" destId="{07B9373B-4F8D-49B2-8540-2B9B1DB690C1}" srcOrd="1" destOrd="0" presId="urn:microsoft.com/office/officeart/2018/2/layout/IconCircleList"/>
    <dgm:cxn modelId="{11301A47-5ACB-4F39-A66A-619A68E7F4BD}" type="presParOf" srcId="{1D27B3A8-BDE8-4FDD-BEB5-12BBBF560998}" destId="{09E4C2F2-B736-48F1-8373-F9F359779F30}" srcOrd="2" destOrd="0" presId="urn:microsoft.com/office/officeart/2018/2/layout/IconCircleList"/>
    <dgm:cxn modelId="{0B9299CA-237E-41BC-843C-52A8A98CF113}" type="presParOf" srcId="{1D27B3A8-BDE8-4FDD-BEB5-12BBBF560998}" destId="{73F2FCFC-E34D-460C-BDCA-25865DDFEC66}" srcOrd="3" destOrd="0" presId="urn:microsoft.com/office/officeart/2018/2/layout/IconCircleList"/>
    <dgm:cxn modelId="{00A93193-D6FF-4EA9-B8EC-AB8C58D692B7}" type="presParOf" srcId="{017916B9-04CE-46DD-8A11-29544B9CE940}" destId="{A8605C91-31CD-43E4-B8EB-F6DBEAE5ABD9}" srcOrd="1" destOrd="0" presId="urn:microsoft.com/office/officeart/2018/2/layout/IconCircleList"/>
    <dgm:cxn modelId="{5FB268F0-EF6D-4719-B95C-E90FFA55F8CD}" type="presParOf" srcId="{017916B9-04CE-46DD-8A11-29544B9CE940}" destId="{F06616FA-4E34-4122-B0AE-76A5C9F8A23C}" srcOrd="2" destOrd="0" presId="urn:microsoft.com/office/officeart/2018/2/layout/IconCircleList"/>
    <dgm:cxn modelId="{031EBD8D-B12B-4A38-AB19-80B32A10E9D8}" type="presParOf" srcId="{F06616FA-4E34-4122-B0AE-76A5C9F8A23C}" destId="{B64144DC-5C48-4B05-A8FC-6387E83698B2}" srcOrd="0" destOrd="0" presId="urn:microsoft.com/office/officeart/2018/2/layout/IconCircleList"/>
    <dgm:cxn modelId="{ED87250D-04B1-4754-85CF-9BF9B2293C59}" type="presParOf" srcId="{F06616FA-4E34-4122-B0AE-76A5C9F8A23C}" destId="{D2AB4785-A3DF-4B93-9E4B-E5A21E29962C}" srcOrd="1" destOrd="0" presId="urn:microsoft.com/office/officeart/2018/2/layout/IconCircleList"/>
    <dgm:cxn modelId="{AD5910E4-DD07-4899-ACE7-1930ABC86C86}" type="presParOf" srcId="{F06616FA-4E34-4122-B0AE-76A5C9F8A23C}" destId="{2B47A919-C04B-420C-8A0C-9802B231B318}" srcOrd="2" destOrd="0" presId="urn:microsoft.com/office/officeart/2018/2/layout/IconCircleList"/>
    <dgm:cxn modelId="{184EE344-2D40-4D09-B8E0-75568DE2F7BD}" type="presParOf" srcId="{F06616FA-4E34-4122-B0AE-76A5C9F8A23C}" destId="{D4529EF3-CB3A-4222-A32D-621D856B1759}"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D65A46-8D23-4C4E-AD32-CE9A17D3C107}">
      <dsp:nvSpPr>
        <dsp:cNvPr id="0" name=""/>
        <dsp:cNvSpPr/>
      </dsp:nvSpPr>
      <dsp:spPr>
        <a:xfrm>
          <a:off x="212335" y="1507711"/>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B9373B-4F8D-49B2-8540-2B9B1DB690C1}">
      <dsp:nvSpPr>
        <dsp:cNvPr id="0" name=""/>
        <dsp:cNvSpPr/>
      </dsp:nvSpPr>
      <dsp:spPr>
        <a:xfrm>
          <a:off x="492877" y="1788253"/>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F2FCFC-E34D-460C-BDCA-25865DDFEC66}">
      <dsp:nvSpPr>
        <dsp:cNvPr id="0" name=""/>
        <dsp:cNvSpPr/>
      </dsp:nvSpPr>
      <dsp:spPr>
        <a:xfrm>
          <a:off x="1834517" y="1507711"/>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de-DE" sz="2100" b="1" kern="1200" dirty="0" err="1"/>
            <a:t>Build</a:t>
          </a:r>
          <a:r>
            <a:rPr lang="de-DE" sz="2100" b="1" kern="1200" dirty="0"/>
            <a:t> Server: </a:t>
          </a:r>
          <a:endParaRPr lang="en-US" sz="2100" kern="1200" dirty="0"/>
        </a:p>
        <a:p>
          <a:pPr marL="0" lvl="0" indent="0" algn="l" defTabSz="933450">
            <a:lnSpc>
              <a:spcPct val="100000"/>
            </a:lnSpc>
            <a:spcBef>
              <a:spcPct val="0"/>
            </a:spcBef>
            <a:spcAft>
              <a:spcPct val="35000"/>
            </a:spcAft>
            <a:buNone/>
          </a:pPr>
          <a:r>
            <a:rPr lang="en-US" sz="2100" kern="1200" dirty="0"/>
            <a:t>Create MCP servers to expose your data and tools</a:t>
          </a:r>
        </a:p>
      </dsp:txBody>
      <dsp:txXfrm>
        <a:off x="1834517" y="1507711"/>
        <a:ext cx="3148942" cy="1335915"/>
      </dsp:txXfrm>
    </dsp:sp>
    <dsp:sp modelId="{B64144DC-5C48-4B05-A8FC-6387E83698B2}">
      <dsp:nvSpPr>
        <dsp:cNvPr id="0" name=""/>
        <dsp:cNvSpPr/>
      </dsp:nvSpPr>
      <dsp:spPr>
        <a:xfrm>
          <a:off x="5532139" y="1507711"/>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AB4785-A3DF-4B93-9E4B-E5A21E29962C}">
      <dsp:nvSpPr>
        <dsp:cNvPr id="0" name=""/>
        <dsp:cNvSpPr/>
      </dsp:nvSpPr>
      <dsp:spPr>
        <a:xfrm>
          <a:off x="5812681" y="1788253"/>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529EF3-CB3A-4222-A32D-621D856B1759}">
      <dsp:nvSpPr>
        <dsp:cNvPr id="0" name=""/>
        <dsp:cNvSpPr/>
      </dsp:nvSpPr>
      <dsp:spPr>
        <a:xfrm>
          <a:off x="7154322" y="1507711"/>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b="1" kern="1200" dirty="0"/>
            <a:t>Build clients:</a:t>
          </a:r>
        </a:p>
        <a:p>
          <a:pPr marL="0" lvl="0" indent="0" algn="l" defTabSz="933450">
            <a:lnSpc>
              <a:spcPct val="100000"/>
            </a:lnSpc>
            <a:spcBef>
              <a:spcPct val="0"/>
            </a:spcBef>
            <a:spcAft>
              <a:spcPct val="35000"/>
            </a:spcAft>
            <a:buNone/>
          </a:pPr>
          <a:r>
            <a:rPr lang="en-US" sz="2100" kern="1200" dirty="0"/>
            <a:t>Develop applications that connect to MCP servers</a:t>
          </a:r>
        </a:p>
      </dsp:txBody>
      <dsp:txXfrm>
        <a:off x="7154322" y="1507711"/>
        <a:ext cx="3148942" cy="1335915"/>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B50BD1-1A6B-484E-BA2B-2E785F3A6AF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06E22E7-814E-2031-38B3-FE145780AB1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096072-FF33-4B5E-8B61-88E25BF12C68}" type="datetimeFigureOut">
              <a:rPr lang="en-US" smtClean="0"/>
              <a:t>11/13/2025</a:t>
            </a:fld>
            <a:endParaRPr lang="en-US"/>
          </a:p>
        </p:txBody>
      </p:sp>
      <p:sp>
        <p:nvSpPr>
          <p:cNvPr id="4" name="Footer Placeholder 3">
            <a:extLst>
              <a:ext uri="{FF2B5EF4-FFF2-40B4-BE49-F238E27FC236}">
                <a16:creationId xmlns:a16="http://schemas.microsoft.com/office/drawing/2014/main" id="{2E5CD6C4-E68C-4305-C9E5-1EE040CAEEC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21EE736-A1CA-4B49-C7F9-10135D8FEAD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01C7C3-7B63-4F1B-B57A-1662E338C9F2}" type="slidenum">
              <a:rPr lang="en-US" smtClean="0"/>
              <a:t>‹#›</a:t>
            </a:fld>
            <a:endParaRPr lang="en-US"/>
          </a:p>
        </p:txBody>
      </p:sp>
    </p:spTree>
    <p:extLst>
      <p:ext uri="{BB962C8B-B14F-4D97-AF65-F5344CB8AC3E}">
        <p14:creationId xmlns:p14="http://schemas.microsoft.com/office/powerpoint/2010/main" val="413864096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8B752D-1EB6-4B47-B1E9-DE5BA449B37F}" type="datetimeFigureOut">
              <a:rPr lang="en-US" smtClean="0"/>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5944DD-303E-45CC-988C-53434E238177}" type="slidenum">
              <a:rPr lang="en-US" smtClean="0"/>
              <a:t>‹#›</a:t>
            </a:fld>
            <a:endParaRPr lang="en-US"/>
          </a:p>
        </p:txBody>
      </p:sp>
    </p:spTree>
    <p:extLst>
      <p:ext uri="{BB962C8B-B14F-4D97-AF65-F5344CB8AC3E}">
        <p14:creationId xmlns:p14="http://schemas.microsoft.com/office/powerpoint/2010/main" val="132012336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C6614-326D-CAC7-67B5-A877383106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064706-63C0-5190-8357-DD3CF4F873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E52285-DF32-92F8-3426-37CC035E374B}"/>
              </a:ext>
            </a:extLst>
          </p:cNvPr>
          <p:cNvSpPr>
            <a:spLocks noGrp="1"/>
          </p:cNvSpPr>
          <p:nvPr>
            <p:ph type="dt" sz="half" idx="10"/>
          </p:nvPr>
        </p:nvSpPr>
        <p:spPr/>
        <p:txBody>
          <a:bodyPr/>
          <a:lstStyle/>
          <a:p>
            <a:fld id="{C23258A0-BD30-4474-B370-17D95FD30934}" type="datetime1">
              <a:rPr lang="en-US" smtClean="0"/>
              <a:t>11/13/2025</a:t>
            </a:fld>
            <a:endParaRPr lang="en-US"/>
          </a:p>
        </p:txBody>
      </p:sp>
      <p:sp>
        <p:nvSpPr>
          <p:cNvPr id="5" name="Footer Placeholder 4">
            <a:extLst>
              <a:ext uri="{FF2B5EF4-FFF2-40B4-BE49-F238E27FC236}">
                <a16:creationId xmlns:a16="http://schemas.microsoft.com/office/drawing/2014/main" id="{22DB2E81-6D6A-9232-0598-1C73C57983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90D6C5-E50D-D327-A42C-F0417755309F}"/>
              </a:ext>
            </a:extLst>
          </p:cNvPr>
          <p:cNvSpPr>
            <a:spLocks noGrp="1"/>
          </p:cNvSpPr>
          <p:nvPr>
            <p:ph type="sldNum" sz="quarter" idx="12"/>
          </p:nvPr>
        </p:nvSpPr>
        <p:spPr/>
        <p:txBody>
          <a:bodyPr/>
          <a:lstStyle/>
          <a:p>
            <a:fld id="{F5475A8E-763C-4E52-9A75-A8E829F8C11D}" type="slidenum">
              <a:rPr lang="en-US" smtClean="0"/>
              <a:t>‹#›</a:t>
            </a:fld>
            <a:endParaRPr lang="en-US"/>
          </a:p>
        </p:txBody>
      </p:sp>
    </p:spTree>
    <p:extLst>
      <p:ext uri="{BB962C8B-B14F-4D97-AF65-F5344CB8AC3E}">
        <p14:creationId xmlns:p14="http://schemas.microsoft.com/office/powerpoint/2010/main" val="56767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F26C3-9AB5-DCC2-19CF-82429786E3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B635E6-E6AA-5CD3-17E0-3126A2FB53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B95C07-6C75-9929-B8C0-D9EEA493F414}"/>
              </a:ext>
            </a:extLst>
          </p:cNvPr>
          <p:cNvSpPr>
            <a:spLocks noGrp="1"/>
          </p:cNvSpPr>
          <p:nvPr>
            <p:ph type="dt" sz="half" idx="10"/>
          </p:nvPr>
        </p:nvSpPr>
        <p:spPr/>
        <p:txBody>
          <a:bodyPr/>
          <a:lstStyle/>
          <a:p>
            <a:fld id="{0D0DC49E-DCA4-4774-8CB0-E14558F31FB5}" type="datetime1">
              <a:rPr lang="en-US" smtClean="0"/>
              <a:t>11/13/2025</a:t>
            </a:fld>
            <a:endParaRPr lang="en-US"/>
          </a:p>
        </p:txBody>
      </p:sp>
      <p:sp>
        <p:nvSpPr>
          <p:cNvPr id="5" name="Footer Placeholder 4">
            <a:extLst>
              <a:ext uri="{FF2B5EF4-FFF2-40B4-BE49-F238E27FC236}">
                <a16:creationId xmlns:a16="http://schemas.microsoft.com/office/drawing/2014/main" id="{D267C452-913B-7AC9-1325-9163F9E49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C6C2E2-E570-C919-55A8-51628924AC57}"/>
              </a:ext>
            </a:extLst>
          </p:cNvPr>
          <p:cNvSpPr>
            <a:spLocks noGrp="1"/>
          </p:cNvSpPr>
          <p:nvPr>
            <p:ph type="sldNum" sz="quarter" idx="12"/>
          </p:nvPr>
        </p:nvSpPr>
        <p:spPr/>
        <p:txBody>
          <a:bodyPr/>
          <a:lstStyle/>
          <a:p>
            <a:fld id="{F5475A8E-763C-4E52-9A75-A8E829F8C11D}" type="slidenum">
              <a:rPr lang="en-US" smtClean="0"/>
              <a:t>‹#›</a:t>
            </a:fld>
            <a:endParaRPr lang="en-US"/>
          </a:p>
        </p:txBody>
      </p:sp>
    </p:spTree>
    <p:extLst>
      <p:ext uri="{BB962C8B-B14F-4D97-AF65-F5344CB8AC3E}">
        <p14:creationId xmlns:p14="http://schemas.microsoft.com/office/powerpoint/2010/main" val="1312284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0002E-92F1-180E-BFFE-FE09D84D99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A8E40C-86E9-666C-EB54-1DA6F4690DB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3EF94F-A736-C2BF-B189-A49B84AF9E16}"/>
              </a:ext>
            </a:extLst>
          </p:cNvPr>
          <p:cNvSpPr>
            <a:spLocks noGrp="1"/>
          </p:cNvSpPr>
          <p:nvPr>
            <p:ph type="dt" sz="half" idx="10"/>
          </p:nvPr>
        </p:nvSpPr>
        <p:spPr/>
        <p:txBody>
          <a:bodyPr/>
          <a:lstStyle/>
          <a:p>
            <a:fld id="{7AB25A97-2A3B-4C18-93C4-F8A28B6B0C44}" type="datetime1">
              <a:rPr lang="en-US" smtClean="0"/>
              <a:t>11/13/2025</a:t>
            </a:fld>
            <a:endParaRPr lang="en-US"/>
          </a:p>
        </p:txBody>
      </p:sp>
      <p:sp>
        <p:nvSpPr>
          <p:cNvPr id="5" name="Footer Placeholder 4">
            <a:extLst>
              <a:ext uri="{FF2B5EF4-FFF2-40B4-BE49-F238E27FC236}">
                <a16:creationId xmlns:a16="http://schemas.microsoft.com/office/drawing/2014/main" id="{B700C1C5-3178-A35D-71F3-4EC5FE22FD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DBA488-F312-45E9-C58A-8302CB2C4E7C}"/>
              </a:ext>
            </a:extLst>
          </p:cNvPr>
          <p:cNvSpPr>
            <a:spLocks noGrp="1"/>
          </p:cNvSpPr>
          <p:nvPr>
            <p:ph type="sldNum" sz="quarter" idx="12"/>
          </p:nvPr>
        </p:nvSpPr>
        <p:spPr/>
        <p:txBody>
          <a:bodyPr/>
          <a:lstStyle/>
          <a:p>
            <a:fld id="{F5475A8E-763C-4E52-9A75-A8E829F8C11D}" type="slidenum">
              <a:rPr lang="en-US" smtClean="0"/>
              <a:t>‹#›</a:t>
            </a:fld>
            <a:endParaRPr lang="en-US"/>
          </a:p>
        </p:txBody>
      </p:sp>
    </p:spTree>
    <p:extLst>
      <p:ext uri="{BB962C8B-B14F-4D97-AF65-F5344CB8AC3E}">
        <p14:creationId xmlns:p14="http://schemas.microsoft.com/office/powerpoint/2010/main" val="3429091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BD455-692B-9539-AF92-A1FF6B84C6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EB2F4E-19D9-8E24-3915-C540A838C8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FFBCBD0-85DC-0926-7982-87ABB4C560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4351DC-B340-6A5D-4FDA-893E6ED7785E}"/>
              </a:ext>
            </a:extLst>
          </p:cNvPr>
          <p:cNvSpPr>
            <a:spLocks noGrp="1"/>
          </p:cNvSpPr>
          <p:nvPr>
            <p:ph type="dt" sz="half" idx="10"/>
          </p:nvPr>
        </p:nvSpPr>
        <p:spPr/>
        <p:txBody>
          <a:bodyPr/>
          <a:lstStyle/>
          <a:p>
            <a:fld id="{62D2C3BA-A1FD-4AAC-AA53-B7972068D2B9}" type="datetime1">
              <a:rPr lang="en-US" smtClean="0"/>
              <a:t>11/13/2025</a:t>
            </a:fld>
            <a:endParaRPr lang="en-US"/>
          </a:p>
        </p:txBody>
      </p:sp>
      <p:sp>
        <p:nvSpPr>
          <p:cNvPr id="6" name="Footer Placeholder 5">
            <a:extLst>
              <a:ext uri="{FF2B5EF4-FFF2-40B4-BE49-F238E27FC236}">
                <a16:creationId xmlns:a16="http://schemas.microsoft.com/office/drawing/2014/main" id="{EBDB7E6D-935A-B735-0EE8-B439B7B987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C73E8F-C49D-DA87-9421-E85C8B990C8D}"/>
              </a:ext>
            </a:extLst>
          </p:cNvPr>
          <p:cNvSpPr>
            <a:spLocks noGrp="1"/>
          </p:cNvSpPr>
          <p:nvPr>
            <p:ph type="sldNum" sz="quarter" idx="12"/>
          </p:nvPr>
        </p:nvSpPr>
        <p:spPr/>
        <p:txBody>
          <a:bodyPr/>
          <a:lstStyle/>
          <a:p>
            <a:fld id="{F5475A8E-763C-4E52-9A75-A8E829F8C11D}" type="slidenum">
              <a:rPr lang="en-US" smtClean="0"/>
              <a:t>‹#›</a:t>
            </a:fld>
            <a:endParaRPr lang="en-US"/>
          </a:p>
        </p:txBody>
      </p:sp>
    </p:spTree>
    <p:extLst>
      <p:ext uri="{BB962C8B-B14F-4D97-AF65-F5344CB8AC3E}">
        <p14:creationId xmlns:p14="http://schemas.microsoft.com/office/powerpoint/2010/main" val="2082169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8D5B3-01E9-9605-80B0-F01BAD5528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B13A1FB-3046-6A32-917D-892A207BEF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96EF0D-1A27-FC9F-2484-3E7D086506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F921502-4B9F-FDD9-9B03-5E6185B42D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8AF4CB-68BC-C06B-EB3D-38853B183B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E6F398-1058-B55D-F72C-DFACC1A56BBF}"/>
              </a:ext>
            </a:extLst>
          </p:cNvPr>
          <p:cNvSpPr>
            <a:spLocks noGrp="1"/>
          </p:cNvSpPr>
          <p:nvPr>
            <p:ph type="dt" sz="half" idx="10"/>
          </p:nvPr>
        </p:nvSpPr>
        <p:spPr/>
        <p:txBody>
          <a:bodyPr/>
          <a:lstStyle/>
          <a:p>
            <a:fld id="{65325B24-C1A3-4D02-A936-E35C41BDA523}" type="datetime1">
              <a:rPr lang="en-US" smtClean="0"/>
              <a:t>11/13/2025</a:t>
            </a:fld>
            <a:endParaRPr lang="en-US"/>
          </a:p>
        </p:txBody>
      </p:sp>
      <p:sp>
        <p:nvSpPr>
          <p:cNvPr id="8" name="Footer Placeholder 7">
            <a:extLst>
              <a:ext uri="{FF2B5EF4-FFF2-40B4-BE49-F238E27FC236}">
                <a16:creationId xmlns:a16="http://schemas.microsoft.com/office/drawing/2014/main" id="{C8A04994-66EC-CCB0-D31B-A7055DF579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169B1B5-6618-B16E-462F-10C612AF06BB}"/>
              </a:ext>
            </a:extLst>
          </p:cNvPr>
          <p:cNvSpPr>
            <a:spLocks noGrp="1"/>
          </p:cNvSpPr>
          <p:nvPr>
            <p:ph type="sldNum" sz="quarter" idx="12"/>
          </p:nvPr>
        </p:nvSpPr>
        <p:spPr/>
        <p:txBody>
          <a:bodyPr/>
          <a:lstStyle/>
          <a:p>
            <a:fld id="{F5475A8E-763C-4E52-9A75-A8E829F8C11D}" type="slidenum">
              <a:rPr lang="en-US" smtClean="0"/>
              <a:t>‹#›</a:t>
            </a:fld>
            <a:endParaRPr lang="en-US"/>
          </a:p>
        </p:txBody>
      </p:sp>
    </p:spTree>
    <p:extLst>
      <p:ext uri="{BB962C8B-B14F-4D97-AF65-F5344CB8AC3E}">
        <p14:creationId xmlns:p14="http://schemas.microsoft.com/office/powerpoint/2010/main" val="3294343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5AD4C-FA33-B62C-8518-9C86752FF6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F77410-F0EF-EFD7-6798-FB98F44E643E}"/>
              </a:ext>
            </a:extLst>
          </p:cNvPr>
          <p:cNvSpPr>
            <a:spLocks noGrp="1"/>
          </p:cNvSpPr>
          <p:nvPr>
            <p:ph type="dt" sz="half" idx="10"/>
          </p:nvPr>
        </p:nvSpPr>
        <p:spPr/>
        <p:txBody>
          <a:bodyPr/>
          <a:lstStyle/>
          <a:p>
            <a:fld id="{4DB58019-634E-4BD4-9A98-8D2F6B5A325B}" type="datetime1">
              <a:rPr lang="en-US" smtClean="0"/>
              <a:t>11/13/2025</a:t>
            </a:fld>
            <a:endParaRPr lang="en-US"/>
          </a:p>
        </p:txBody>
      </p:sp>
      <p:sp>
        <p:nvSpPr>
          <p:cNvPr id="4" name="Footer Placeholder 3">
            <a:extLst>
              <a:ext uri="{FF2B5EF4-FFF2-40B4-BE49-F238E27FC236}">
                <a16:creationId xmlns:a16="http://schemas.microsoft.com/office/drawing/2014/main" id="{38FE0A3A-EF87-CDEB-0103-8495D47D30D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D3D585-097D-0E5F-E52D-4FD9F0DB57B4}"/>
              </a:ext>
            </a:extLst>
          </p:cNvPr>
          <p:cNvSpPr>
            <a:spLocks noGrp="1"/>
          </p:cNvSpPr>
          <p:nvPr>
            <p:ph type="sldNum" sz="quarter" idx="12"/>
          </p:nvPr>
        </p:nvSpPr>
        <p:spPr/>
        <p:txBody>
          <a:bodyPr/>
          <a:lstStyle/>
          <a:p>
            <a:fld id="{F5475A8E-763C-4E52-9A75-A8E829F8C11D}" type="slidenum">
              <a:rPr lang="en-US" smtClean="0"/>
              <a:t>‹#›</a:t>
            </a:fld>
            <a:endParaRPr lang="en-US"/>
          </a:p>
        </p:txBody>
      </p:sp>
    </p:spTree>
    <p:extLst>
      <p:ext uri="{BB962C8B-B14F-4D97-AF65-F5344CB8AC3E}">
        <p14:creationId xmlns:p14="http://schemas.microsoft.com/office/powerpoint/2010/main" val="3624617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21FEF2-7BE4-8C5F-4E11-6FA646DE0EDE}"/>
              </a:ext>
            </a:extLst>
          </p:cNvPr>
          <p:cNvSpPr>
            <a:spLocks noGrp="1"/>
          </p:cNvSpPr>
          <p:nvPr>
            <p:ph type="dt" sz="half" idx="10"/>
          </p:nvPr>
        </p:nvSpPr>
        <p:spPr/>
        <p:txBody>
          <a:bodyPr/>
          <a:lstStyle/>
          <a:p>
            <a:fld id="{E010CB1B-0D0C-485D-8842-2602A373A346}" type="datetime1">
              <a:rPr lang="en-US" smtClean="0"/>
              <a:t>11/13/2025</a:t>
            </a:fld>
            <a:endParaRPr lang="en-US"/>
          </a:p>
        </p:txBody>
      </p:sp>
      <p:sp>
        <p:nvSpPr>
          <p:cNvPr id="3" name="Footer Placeholder 2">
            <a:extLst>
              <a:ext uri="{FF2B5EF4-FFF2-40B4-BE49-F238E27FC236}">
                <a16:creationId xmlns:a16="http://schemas.microsoft.com/office/drawing/2014/main" id="{034BA41B-6E79-F7C8-3B00-122311BD6C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46294B-6765-3EF0-F8F2-15D1DB674839}"/>
              </a:ext>
            </a:extLst>
          </p:cNvPr>
          <p:cNvSpPr>
            <a:spLocks noGrp="1"/>
          </p:cNvSpPr>
          <p:nvPr>
            <p:ph type="sldNum" sz="quarter" idx="12"/>
          </p:nvPr>
        </p:nvSpPr>
        <p:spPr/>
        <p:txBody>
          <a:bodyPr/>
          <a:lstStyle/>
          <a:p>
            <a:fld id="{F5475A8E-763C-4E52-9A75-A8E829F8C11D}" type="slidenum">
              <a:rPr lang="en-US" smtClean="0"/>
              <a:t>‹#›</a:t>
            </a:fld>
            <a:endParaRPr lang="en-US"/>
          </a:p>
        </p:txBody>
      </p:sp>
    </p:spTree>
    <p:extLst>
      <p:ext uri="{BB962C8B-B14F-4D97-AF65-F5344CB8AC3E}">
        <p14:creationId xmlns:p14="http://schemas.microsoft.com/office/powerpoint/2010/main" val="1306293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BF5A7-28A2-B1F5-0147-DAB7334E54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7429E6D-0382-6C33-CDB2-99206D6E75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2657AC-EB7D-BCC6-1B1A-AFAE6E271A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2C1693-53B6-08BB-071B-162934EA3A21}"/>
              </a:ext>
            </a:extLst>
          </p:cNvPr>
          <p:cNvSpPr>
            <a:spLocks noGrp="1"/>
          </p:cNvSpPr>
          <p:nvPr>
            <p:ph type="dt" sz="half" idx="10"/>
          </p:nvPr>
        </p:nvSpPr>
        <p:spPr/>
        <p:txBody>
          <a:bodyPr/>
          <a:lstStyle/>
          <a:p>
            <a:fld id="{0C5198F2-76DD-4357-8185-293F14EAC432}" type="datetime1">
              <a:rPr lang="en-US" smtClean="0"/>
              <a:t>11/13/2025</a:t>
            </a:fld>
            <a:endParaRPr lang="en-US"/>
          </a:p>
        </p:txBody>
      </p:sp>
      <p:sp>
        <p:nvSpPr>
          <p:cNvPr id="6" name="Footer Placeholder 5">
            <a:extLst>
              <a:ext uri="{FF2B5EF4-FFF2-40B4-BE49-F238E27FC236}">
                <a16:creationId xmlns:a16="http://schemas.microsoft.com/office/drawing/2014/main" id="{AB2D5B91-2F9F-9D79-00FA-F4029360EE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61A955-DC47-0E29-E625-50420FAD3184}"/>
              </a:ext>
            </a:extLst>
          </p:cNvPr>
          <p:cNvSpPr>
            <a:spLocks noGrp="1"/>
          </p:cNvSpPr>
          <p:nvPr>
            <p:ph type="sldNum" sz="quarter" idx="12"/>
          </p:nvPr>
        </p:nvSpPr>
        <p:spPr/>
        <p:txBody>
          <a:bodyPr/>
          <a:lstStyle/>
          <a:p>
            <a:fld id="{F5475A8E-763C-4E52-9A75-A8E829F8C11D}" type="slidenum">
              <a:rPr lang="en-US" smtClean="0"/>
              <a:t>‹#›</a:t>
            </a:fld>
            <a:endParaRPr lang="en-US"/>
          </a:p>
        </p:txBody>
      </p:sp>
    </p:spTree>
    <p:extLst>
      <p:ext uri="{BB962C8B-B14F-4D97-AF65-F5344CB8AC3E}">
        <p14:creationId xmlns:p14="http://schemas.microsoft.com/office/powerpoint/2010/main" val="1238958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A96C3-4469-7DEF-7857-F37F308315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304A1E2-93B4-95C4-5A94-4E28F1FD64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49E476-7EA2-E529-0247-58DBDF4942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AF7623-3F2A-F2F4-FCD2-B0991DFEBE24}"/>
              </a:ext>
            </a:extLst>
          </p:cNvPr>
          <p:cNvSpPr>
            <a:spLocks noGrp="1"/>
          </p:cNvSpPr>
          <p:nvPr>
            <p:ph type="dt" sz="half" idx="10"/>
          </p:nvPr>
        </p:nvSpPr>
        <p:spPr/>
        <p:txBody>
          <a:bodyPr/>
          <a:lstStyle/>
          <a:p>
            <a:fld id="{D8C7B387-01DE-46F7-85AB-080EAA40E771}" type="datetime1">
              <a:rPr lang="en-US" smtClean="0"/>
              <a:t>11/13/2025</a:t>
            </a:fld>
            <a:endParaRPr lang="en-US"/>
          </a:p>
        </p:txBody>
      </p:sp>
      <p:sp>
        <p:nvSpPr>
          <p:cNvPr id="6" name="Footer Placeholder 5">
            <a:extLst>
              <a:ext uri="{FF2B5EF4-FFF2-40B4-BE49-F238E27FC236}">
                <a16:creationId xmlns:a16="http://schemas.microsoft.com/office/drawing/2014/main" id="{0E83F383-DA3B-3BDC-BC41-E6C82FEB6A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4BEF23-DE26-3817-7431-C94BA5398B50}"/>
              </a:ext>
            </a:extLst>
          </p:cNvPr>
          <p:cNvSpPr>
            <a:spLocks noGrp="1"/>
          </p:cNvSpPr>
          <p:nvPr>
            <p:ph type="sldNum" sz="quarter" idx="12"/>
          </p:nvPr>
        </p:nvSpPr>
        <p:spPr/>
        <p:txBody>
          <a:bodyPr/>
          <a:lstStyle/>
          <a:p>
            <a:fld id="{F5475A8E-763C-4E52-9A75-A8E829F8C11D}" type="slidenum">
              <a:rPr lang="en-US" smtClean="0"/>
              <a:t>‹#›</a:t>
            </a:fld>
            <a:endParaRPr lang="en-US"/>
          </a:p>
        </p:txBody>
      </p:sp>
    </p:spTree>
    <p:extLst>
      <p:ext uri="{BB962C8B-B14F-4D97-AF65-F5344CB8AC3E}">
        <p14:creationId xmlns:p14="http://schemas.microsoft.com/office/powerpoint/2010/main" val="1144984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800D2-5212-62D0-3DD3-C65B978C8E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B3FBA7-2ADE-C44F-71AB-4CEC3DF9ED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C602A9-A919-1063-5063-CA1009640932}"/>
              </a:ext>
            </a:extLst>
          </p:cNvPr>
          <p:cNvSpPr>
            <a:spLocks noGrp="1"/>
          </p:cNvSpPr>
          <p:nvPr>
            <p:ph type="dt" sz="half" idx="10"/>
          </p:nvPr>
        </p:nvSpPr>
        <p:spPr/>
        <p:txBody>
          <a:bodyPr/>
          <a:lstStyle/>
          <a:p>
            <a:fld id="{102C38DF-34FC-45AA-AAAA-5E117AD807C5}" type="datetime1">
              <a:rPr lang="en-US" smtClean="0"/>
              <a:t>11/13/2025</a:t>
            </a:fld>
            <a:endParaRPr lang="en-US"/>
          </a:p>
        </p:txBody>
      </p:sp>
      <p:sp>
        <p:nvSpPr>
          <p:cNvPr id="5" name="Footer Placeholder 4">
            <a:extLst>
              <a:ext uri="{FF2B5EF4-FFF2-40B4-BE49-F238E27FC236}">
                <a16:creationId xmlns:a16="http://schemas.microsoft.com/office/drawing/2014/main" id="{A3F59267-A0F0-E361-F7E8-EC5D809C35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5212A0-2342-B6A6-594B-F04D22A03FA3}"/>
              </a:ext>
            </a:extLst>
          </p:cNvPr>
          <p:cNvSpPr>
            <a:spLocks noGrp="1"/>
          </p:cNvSpPr>
          <p:nvPr>
            <p:ph type="sldNum" sz="quarter" idx="12"/>
          </p:nvPr>
        </p:nvSpPr>
        <p:spPr/>
        <p:txBody>
          <a:bodyPr/>
          <a:lstStyle/>
          <a:p>
            <a:fld id="{F5475A8E-763C-4E52-9A75-A8E829F8C11D}" type="slidenum">
              <a:rPr lang="en-US" smtClean="0"/>
              <a:t>‹#›</a:t>
            </a:fld>
            <a:endParaRPr lang="en-US"/>
          </a:p>
        </p:txBody>
      </p:sp>
    </p:spTree>
    <p:extLst>
      <p:ext uri="{BB962C8B-B14F-4D97-AF65-F5344CB8AC3E}">
        <p14:creationId xmlns:p14="http://schemas.microsoft.com/office/powerpoint/2010/main" val="1354275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6F56C2-4E01-37F4-736E-1A4C03BA35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3DE3D0-FF01-906C-65C5-8C93F192C9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108678-AC28-8335-237B-F8B17A926148}"/>
              </a:ext>
            </a:extLst>
          </p:cNvPr>
          <p:cNvSpPr>
            <a:spLocks noGrp="1"/>
          </p:cNvSpPr>
          <p:nvPr>
            <p:ph type="dt" sz="half" idx="10"/>
          </p:nvPr>
        </p:nvSpPr>
        <p:spPr/>
        <p:txBody>
          <a:bodyPr/>
          <a:lstStyle/>
          <a:p>
            <a:fld id="{3921EA68-EFBD-4142-ACB3-5F139578E082}" type="datetime1">
              <a:rPr lang="en-US" smtClean="0"/>
              <a:t>11/13/2025</a:t>
            </a:fld>
            <a:endParaRPr lang="en-US"/>
          </a:p>
        </p:txBody>
      </p:sp>
      <p:sp>
        <p:nvSpPr>
          <p:cNvPr id="5" name="Footer Placeholder 4">
            <a:extLst>
              <a:ext uri="{FF2B5EF4-FFF2-40B4-BE49-F238E27FC236}">
                <a16:creationId xmlns:a16="http://schemas.microsoft.com/office/drawing/2014/main" id="{0A1AB9B3-87D4-4DA6-3C7A-5D5A1F4E38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C02C4A-0E1E-F028-46F4-1BC903631B38}"/>
              </a:ext>
            </a:extLst>
          </p:cNvPr>
          <p:cNvSpPr>
            <a:spLocks noGrp="1"/>
          </p:cNvSpPr>
          <p:nvPr>
            <p:ph type="sldNum" sz="quarter" idx="12"/>
          </p:nvPr>
        </p:nvSpPr>
        <p:spPr/>
        <p:txBody>
          <a:bodyPr/>
          <a:lstStyle/>
          <a:p>
            <a:fld id="{F5475A8E-763C-4E52-9A75-A8E829F8C11D}" type="slidenum">
              <a:rPr lang="en-US" smtClean="0"/>
              <a:t>‹#›</a:t>
            </a:fld>
            <a:endParaRPr lang="en-US"/>
          </a:p>
        </p:txBody>
      </p:sp>
    </p:spTree>
    <p:extLst>
      <p:ext uri="{BB962C8B-B14F-4D97-AF65-F5344CB8AC3E}">
        <p14:creationId xmlns:p14="http://schemas.microsoft.com/office/powerpoint/2010/main" val="1575094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B3A45C-417D-DA9C-03ED-138C0DA592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AED7564-8E6F-9BAE-240C-AE97CEAFFE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7B3F30-8FB5-B5D8-64A9-C30DA3DF0D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871B500-EE7A-4D01-AEA4-817FB18F9E58}" type="datetime1">
              <a:rPr lang="en-US" smtClean="0"/>
              <a:t>11/13/2025</a:t>
            </a:fld>
            <a:endParaRPr lang="en-US"/>
          </a:p>
        </p:txBody>
      </p:sp>
      <p:sp>
        <p:nvSpPr>
          <p:cNvPr id="5" name="Footer Placeholder 4">
            <a:extLst>
              <a:ext uri="{FF2B5EF4-FFF2-40B4-BE49-F238E27FC236}">
                <a16:creationId xmlns:a16="http://schemas.microsoft.com/office/drawing/2014/main" id="{D8143710-E979-A2D2-FCCD-C01265D1C5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E6C58EE-4D13-CFED-9324-C2C0A8BB99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475A8E-763C-4E52-9A75-A8E829F8C11D}" type="slidenum">
              <a:rPr lang="en-US" smtClean="0"/>
              <a:t>‹#›</a:t>
            </a:fld>
            <a:endParaRPr lang="en-US"/>
          </a:p>
        </p:txBody>
      </p:sp>
    </p:spTree>
    <p:extLst>
      <p:ext uri="{BB962C8B-B14F-4D97-AF65-F5344CB8AC3E}">
        <p14:creationId xmlns:p14="http://schemas.microsoft.com/office/powerpoint/2010/main" val="36346338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3EEF-3B8C-CE66-D50F-201051F45977}"/>
              </a:ext>
            </a:extLst>
          </p:cNvPr>
          <p:cNvSpPr>
            <a:spLocks noGrp="1"/>
          </p:cNvSpPr>
          <p:nvPr>
            <p:ph type="ctrTitle"/>
          </p:nvPr>
        </p:nvSpPr>
        <p:spPr/>
        <p:txBody>
          <a:bodyPr>
            <a:normAutofit/>
          </a:bodyPr>
          <a:lstStyle/>
          <a:p>
            <a:r>
              <a:rPr lang="en-US" sz="3000" dirty="0"/>
              <a:t>What is the Model Context Protocol (MCP)?</a:t>
            </a:r>
            <a:br>
              <a:rPr lang="en-US" sz="3000" dirty="0"/>
            </a:br>
            <a:br>
              <a:rPr lang="en-US" sz="3000" dirty="0"/>
            </a:br>
            <a:endParaRPr lang="en-US" sz="3000" dirty="0"/>
          </a:p>
        </p:txBody>
      </p:sp>
      <p:sp>
        <p:nvSpPr>
          <p:cNvPr id="3" name="Subtitle 2">
            <a:extLst>
              <a:ext uri="{FF2B5EF4-FFF2-40B4-BE49-F238E27FC236}">
                <a16:creationId xmlns:a16="http://schemas.microsoft.com/office/drawing/2014/main" id="{B9CB526C-4A04-ECAC-BCBF-DF46A010EDA3}"/>
              </a:ext>
            </a:extLst>
          </p:cNvPr>
          <p:cNvSpPr>
            <a:spLocks noGrp="1"/>
          </p:cNvSpPr>
          <p:nvPr>
            <p:ph type="subTitle" idx="1"/>
          </p:nvPr>
        </p:nvSpPr>
        <p:spPr>
          <a:xfrm>
            <a:off x="1976284" y="3602038"/>
            <a:ext cx="9144000" cy="1655762"/>
          </a:xfrm>
        </p:spPr>
        <p:txBody>
          <a:bodyPr>
            <a:normAutofit fontScale="77500" lnSpcReduction="20000"/>
          </a:bodyPr>
          <a:lstStyle/>
          <a:p>
            <a:r>
              <a:rPr lang="en-US" dirty="0"/>
              <a:t>Ali M. Nekoh</a:t>
            </a:r>
          </a:p>
          <a:p>
            <a:r>
              <a:rPr lang="en-US" dirty="0"/>
              <a:t>HIS: Intro to Statistics</a:t>
            </a:r>
          </a:p>
          <a:p>
            <a:r>
              <a:rPr lang="en-US" dirty="0"/>
              <a:t>Frankfurt University of Applied Sciences</a:t>
            </a:r>
          </a:p>
          <a:p>
            <a:r>
              <a:rPr lang="en-US" dirty="0"/>
              <a:t>Dr. Prof.  Marouf</a:t>
            </a:r>
          </a:p>
          <a:p>
            <a:r>
              <a:rPr lang="en-US" dirty="0"/>
              <a:t>November 2025</a:t>
            </a:r>
          </a:p>
        </p:txBody>
      </p:sp>
      <p:sp>
        <p:nvSpPr>
          <p:cNvPr id="5" name="Slide Number Placeholder 4">
            <a:extLst>
              <a:ext uri="{FF2B5EF4-FFF2-40B4-BE49-F238E27FC236}">
                <a16:creationId xmlns:a16="http://schemas.microsoft.com/office/drawing/2014/main" id="{6747C5A0-D8D2-9847-943A-D21B69BA5819}"/>
              </a:ext>
            </a:extLst>
          </p:cNvPr>
          <p:cNvSpPr>
            <a:spLocks noGrp="1"/>
          </p:cNvSpPr>
          <p:nvPr>
            <p:ph type="sldNum" sz="quarter" idx="12"/>
          </p:nvPr>
        </p:nvSpPr>
        <p:spPr/>
        <p:txBody>
          <a:bodyPr/>
          <a:lstStyle/>
          <a:p>
            <a:fld id="{F5475A8E-763C-4E52-9A75-A8E829F8C11D}" type="slidenum">
              <a:rPr lang="en-US" smtClean="0"/>
              <a:t>1</a:t>
            </a:fld>
            <a:endParaRPr lang="en-US" dirty="0"/>
          </a:p>
        </p:txBody>
      </p:sp>
      <p:pic>
        <p:nvPicPr>
          <p:cNvPr id="10" name="Graphic 9">
            <a:extLst>
              <a:ext uri="{FF2B5EF4-FFF2-40B4-BE49-F238E27FC236}">
                <a16:creationId xmlns:a16="http://schemas.microsoft.com/office/drawing/2014/main" id="{7E2FD76A-4F6E-E58A-0AEC-63201E53604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1387" y="5645559"/>
            <a:ext cx="2495550" cy="1000125"/>
          </a:xfrm>
          <a:prstGeom prst="rect">
            <a:avLst/>
          </a:prstGeom>
        </p:spPr>
      </p:pic>
      <p:sp>
        <p:nvSpPr>
          <p:cNvPr id="11" name="Footer Placeholder 10">
            <a:extLst>
              <a:ext uri="{FF2B5EF4-FFF2-40B4-BE49-F238E27FC236}">
                <a16:creationId xmlns:a16="http://schemas.microsoft.com/office/drawing/2014/main" id="{BE60EF29-93C8-63DC-F69C-46AF3238B7F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323569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EC4AB-6E1E-2748-7C96-CF8AE0EAD18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9F3042D-DC5D-4EFC-DDB9-E47C76A23507}"/>
              </a:ext>
            </a:extLst>
          </p:cNvPr>
          <p:cNvSpPr>
            <a:spLocks noGrp="1"/>
          </p:cNvSpPr>
          <p:nvPr>
            <p:ph idx="1"/>
          </p:nvPr>
        </p:nvSpPr>
        <p:spPr/>
        <p:txBody>
          <a:bodyPr/>
          <a:lstStyle/>
          <a:p>
            <a:r>
              <a:rPr lang="en-US" dirty="0"/>
              <a:t>MCP (Model Context Protocol) is an open-source standard for connecting AI applications to external systems.</a:t>
            </a:r>
          </a:p>
          <a:p>
            <a:r>
              <a:rPr lang="en-US" dirty="0"/>
              <a:t>Using MCP, AI applications like Claude or ChatGPT can connect to data sources (e.g. local files, databases), tools (e.g. search engines, calculators) and workflows (e.g. specialized prompts)—enabling them to access key information and perform tasks.</a:t>
            </a:r>
            <a:br>
              <a:rPr lang="en-US" dirty="0"/>
            </a:br>
            <a:endParaRPr lang="en-US" dirty="0"/>
          </a:p>
        </p:txBody>
      </p:sp>
      <p:sp>
        <p:nvSpPr>
          <p:cNvPr id="5" name="Slide Number Placeholder 4">
            <a:extLst>
              <a:ext uri="{FF2B5EF4-FFF2-40B4-BE49-F238E27FC236}">
                <a16:creationId xmlns:a16="http://schemas.microsoft.com/office/drawing/2014/main" id="{B3F189DB-516D-471E-7A96-C427D63C4E4E}"/>
              </a:ext>
            </a:extLst>
          </p:cNvPr>
          <p:cNvSpPr>
            <a:spLocks noGrp="1"/>
          </p:cNvSpPr>
          <p:nvPr>
            <p:ph type="sldNum" sz="quarter" idx="12"/>
          </p:nvPr>
        </p:nvSpPr>
        <p:spPr/>
        <p:txBody>
          <a:bodyPr/>
          <a:lstStyle/>
          <a:p>
            <a:fld id="{F5475A8E-763C-4E52-9A75-A8E829F8C11D}" type="slidenum">
              <a:rPr lang="en-US" smtClean="0"/>
              <a:t>2</a:t>
            </a:fld>
            <a:endParaRPr lang="en-US" dirty="0"/>
          </a:p>
        </p:txBody>
      </p:sp>
      <p:sp>
        <p:nvSpPr>
          <p:cNvPr id="6" name="Footer Placeholder 5">
            <a:extLst>
              <a:ext uri="{FF2B5EF4-FFF2-40B4-BE49-F238E27FC236}">
                <a16:creationId xmlns:a16="http://schemas.microsoft.com/office/drawing/2014/main" id="{62F2A342-5EAF-632A-9AA0-24AE3D5E338E}"/>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051143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diagram of a computer system&#10;&#10;AI-generated content may be incorrect.">
            <a:extLst>
              <a:ext uri="{FF2B5EF4-FFF2-40B4-BE49-F238E27FC236}">
                <a16:creationId xmlns:a16="http://schemas.microsoft.com/office/drawing/2014/main" id="{73D7D111-9E7B-17B9-B2FD-22377D103654}"/>
              </a:ext>
            </a:extLst>
          </p:cNvPr>
          <p:cNvPicPr>
            <a:picLocks noChangeAspect="1"/>
          </p:cNvPicPr>
          <p:nvPr/>
        </p:nvPicPr>
        <p:blipFill>
          <a:blip r:embed="rId2">
            <a:extLst>
              <a:ext uri="{28A0092B-C50C-407E-A947-70E740481C1C}">
                <a14:useLocalDpi xmlns:a14="http://schemas.microsoft.com/office/drawing/2010/main" val="0"/>
              </a:ext>
            </a:extLst>
          </a:blip>
          <a:srcRect t="3397" b="734"/>
          <a:stretch>
            <a:fillRect/>
          </a:stretch>
        </p:blipFill>
        <p:spPr>
          <a:xfrm>
            <a:off x="20" y="10"/>
            <a:ext cx="12191980" cy="455842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21" name="sketch line">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61305" y="5468206"/>
            <a:ext cx="1371600" cy="18288"/>
          </a:xfrm>
          <a:custGeom>
            <a:avLst/>
            <a:gdLst>
              <a:gd name="connsiteX0" fmla="*/ 0 w 1371600"/>
              <a:gd name="connsiteY0" fmla="*/ 0 h 18288"/>
              <a:gd name="connsiteX1" fmla="*/ 685800 w 1371600"/>
              <a:gd name="connsiteY1" fmla="*/ 0 h 18288"/>
              <a:gd name="connsiteX2" fmla="*/ 1371600 w 1371600"/>
              <a:gd name="connsiteY2" fmla="*/ 0 h 18288"/>
              <a:gd name="connsiteX3" fmla="*/ 1371600 w 1371600"/>
              <a:gd name="connsiteY3" fmla="*/ 18288 h 18288"/>
              <a:gd name="connsiteX4" fmla="*/ 713232 w 1371600"/>
              <a:gd name="connsiteY4" fmla="*/ 18288 h 18288"/>
              <a:gd name="connsiteX5" fmla="*/ 0 w 1371600"/>
              <a:gd name="connsiteY5" fmla="*/ 18288 h 18288"/>
              <a:gd name="connsiteX6" fmla="*/ 0 w 1371600"/>
              <a:gd name="connsiteY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00" h="18288" fill="none" extrusionOk="0">
                <a:moveTo>
                  <a:pt x="0" y="0"/>
                </a:moveTo>
                <a:cubicBezTo>
                  <a:pt x="247303" y="31625"/>
                  <a:pt x="422310" y="-25629"/>
                  <a:pt x="685800" y="0"/>
                </a:cubicBezTo>
                <a:cubicBezTo>
                  <a:pt x="949290" y="25629"/>
                  <a:pt x="1192357" y="6696"/>
                  <a:pt x="1371600" y="0"/>
                </a:cubicBezTo>
                <a:cubicBezTo>
                  <a:pt x="1371355" y="6649"/>
                  <a:pt x="1371915" y="11310"/>
                  <a:pt x="1371600" y="18288"/>
                </a:cubicBezTo>
                <a:cubicBezTo>
                  <a:pt x="1107995" y="26464"/>
                  <a:pt x="1033361" y="32942"/>
                  <a:pt x="713232" y="18288"/>
                </a:cubicBezTo>
                <a:cubicBezTo>
                  <a:pt x="393103" y="3634"/>
                  <a:pt x="289343" y="43221"/>
                  <a:pt x="0" y="18288"/>
                </a:cubicBezTo>
                <a:cubicBezTo>
                  <a:pt x="-459" y="11562"/>
                  <a:pt x="-31" y="5093"/>
                  <a:pt x="0" y="0"/>
                </a:cubicBezTo>
                <a:close/>
              </a:path>
              <a:path w="1371600" h="18288" stroke="0" extrusionOk="0">
                <a:moveTo>
                  <a:pt x="0" y="0"/>
                </a:moveTo>
                <a:cubicBezTo>
                  <a:pt x="170249" y="-24099"/>
                  <a:pt x="504634" y="14338"/>
                  <a:pt x="644652" y="0"/>
                </a:cubicBezTo>
                <a:cubicBezTo>
                  <a:pt x="784670" y="-14338"/>
                  <a:pt x="1087773" y="8679"/>
                  <a:pt x="1371600" y="0"/>
                </a:cubicBezTo>
                <a:cubicBezTo>
                  <a:pt x="1372456" y="3662"/>
                  <a:pt x="1371030" y="13946"/>
                  <a:pt x="1371600" y="18288"/>
                </a:cubicBezTo>
                <a:cubicBezTo>
                  <a:pt x="1176823" y="-1409"/>
                  <a:pt x="900830" y="9989"/>
                  <a:pt x="713232" y="18288"/>
                </a:cubicBezTo>
                <a:cubicBezTo>
                  <a:pt x="525634" y="26587"/>
                  <a:pt x="282837" y="5724"/>
                  <a:pt x="0" y="18288"/>
                </a:cubicBezTo>
                <a:cubicBezTo>
                  <a:pt x="367" y="13143"/>
                  <a:pt x="-823" y="584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61569767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15">
            <a:extLst>
              <a:ext uri="{FF2B5EF4-FFF2-40B4-BE49-F238E27FC236}">
                <a16:creationId xmlns:a16="http://schemas.microsoft.com/office/drawing/2014/main" id="{4700E913-C24F-F5B0-1E63-39B7A962547E}"/>
              </a:ext>
            </a:extLst>
          </p:cNvPr>
          <p:cNvSpPr>
            <a:spLocks noGrp="1"/>
          </p:cNvSpPr>
          <p:nvPr>
            <p:ph idx="1"/>
          </p:nvPr>
        </p:nvSpPr>
        <p:spPr>
          <a:xfrm>
            <a:off x="4654294" y="4777739"/>
            <a:ext cx="6897626" cy="1399223"/>
          </a:xfrm>
        </p:spPr>
        <p:txBody>
          <a:bodyPr anchor="ctr">
            <a:normAutofit/>
          </a:bodyPr>
          <a:lstStyle/>
          <a:p>
            <a:endParaRPr lang="en-US" sz="2200"/>
          </a:p>
        </p:txBody>
      </p:sp>
      <p:sp>
        <p:nvSpPr>
          <p:cNvPr id="4" name="Footer Placeholder 3">
            <a:extLst>
              <a:ext uri="{FF2B5EF4-FFF2-40B4-BE49-F238E27FC236}">
                <a16:creationId xmlns:a16="http://schemas.microsoft.com/office/drawing/2014/main" id="{3F0D3E68-CBC1-33D9-9039-360D8BC357B6}"/>
              </a:ext>
            </a:extLst>
          </p:cNvPr>
          <p:cNvSpPr>
            <a:spLocks noGrp="1"/>
          </p:cNvSpPr>
          <p:nvPr>
            <p:ph type="ftr" sz="quarter" idx="11"/>
          </p:nvPr>
        </p:nvSpPr>
        <p:spPr>
          <a:xfrm>
            <a:off x="4038600" y="6356350"/>
            <a:ext cx="4114800" cy="365125"/>
          </a:xfrm>
        </p:spPr>
        <p:txBody>
          <a:bodyPr vert="horz" lIns="91440" tIns="45720" rIns="91440" bIns="45720" rtlCol="0">
            <a:normAutofit/>
          </a:bodyPr>
          <a:lstStyle/>
          <a:p>
            <a:endParaRPr lang="en-US" kern="1200">
              <a:latin typeface="+mn-lt"/>
              <a:ea typeface="+mn-ea"/>
              <a:cs typeface="+mn-cs"/>
            </a:endParaRPr>
          </a:p>
        </p:txBody>
      </p:sp>
      <p:sp>
        <p:nvSpPr>
          <p:cNvPr id="5" name="Slide Number Placeholder 4">
            <a:extLst>
              <a:ext uri="{FF2B5EF4-FFF2-40B4-BE49-F238E27FC236}">
                <a16:creationId xmlns:a16="http://schemas.microsoft.com/office/drawing/2014/main" id="{8A281849-01AF-906A-2BC9-FDB9056A7E7D}"/>
              </a:ext>
            </a:extLst>
          </p:cNvPr>
          <p:cNvSpPr>
            <a:spLocks noGrp="1"/>
          </p:cNvSpPr>
          <p:nvPr>
            <p:ph type="sldNum" sz="quarter" idx="12"/>
          </p:nvPr>
        </p:nvSpPr>
        <p:spPr>
          <a:xfrm>
            <a:off x="8610600" y="6356350"/>
            <a:ext cx="2743200" cy="365125"/>
          </a:xfrm>
        </p:spPr>
        <p:txBody>
          <a:bodyPr vert="horz" lIns="91440" tIns="45720" rIns="91440" bIns="45720" rtlCol="0">
            <a:normAutofit/>
          </a:bodyPr>
          <a:lstStyle/>
          <a:p>
            <a:pPr>
              <a:spcAft>
                <a:spcPts val="600"/>
              </a:spcAft>
            </a:pPr>
            <a:fld id="{F5475A8E-763C-4E52-9A75-A8E829F8C11D}" type="slidenum">
              <a:rPr lang="en-US" smtClean="0"/>
              <a:pPr>
                <a:spcAft>
                  <a:spcPts val="600"/>
                </a:spcAft>
              </a:pPr>
              <a:t>3</a:t>
            </a:fld>
            <a:endParaRPr lang="en-US"/>
          </a:p>
        </p:txBody>
      </p:sp>
    </p:spTree>
    <p:extLst>
      <p:ext uri="{BB962C8B-B14F-4D97-AF65-F5344CB8AC3E}">
        <p14:creationId xmlns:p14="http://schemas.microsoft.com/office/powerpoint/2010/main" val="2758188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55F7B-671B-EB26-7B2B-629F9441D45C}"/>
              </a:ext>
            </a:extLst>
          </p:cNvPr>
          <p:cNvSpPr>
            <a:spLocks noGrp="1"/>
          </p:cNvSpPr>
          <p:nvPr>
            <p:ph type="title"/>
          </p:nvPr>
        </p:nvSpPr>
        <p:spPr/>
        <p:txBody>
          <a:bodyPr>
            <a:normAutofit/>
          </a:bodyPr>
          <a:lstStyle/>
          <a:p>
            <a:r>
              <a:rPr lang="en-US" b="1" dirty="0"/>
              <a:t>What can MCP enable?</a:t>
            </a:r>
            <a:br>
              <a:rPr lang="en-US" b="1" dirty="0"/>
            </a:br>
            <a:endParaRPr lang="en-US" dirty="0"/>
          </a:p>
        </p:txBody>
      </p:sp>
      <p:sp>
        <p:nvSpPr>
          <p:cNvPr id="3" name="Content Placeholder 2">
            <a:extLst>
              <a:ext uri="{FF2B5EF4-FFF2-40B4-BE49-F238E27FC236}">
                <a16:creationId xmlns:a16="http://schemas.microsoft.com/office/drawing/2014/main" id="{2CB3B33A-0633-037E-CCE3-37628DAE6A87}"/>
              </a:ext>
            </a:extLst>
          </p:cNvPr>
          <p:cNvSpPr>
            <a:spLocks noGrp="1"/>
          </p:cNvSpPr>
          <p:nvPr>
            <p:ph idx="1"/>
          </p:nvPr>
        </p:nvSpPr>
        <p:spPr/>
        <p:txBody>
          <a:bodyPr>
            <a:normAutofit fontScale="92500" lnSpcReduction="20000"/>
          </a:bodyPr>
          <a:lstStyle/>
          <a:p>
            <a:pPr>
              <a:lnSpc>
                <a:spcPct val="150000"/>
              </a:lnSpc>
            </a:pPr>
            <a:r>
              <a:rPr lang="en-US" dirty="0"/>
              <a:t>Agents can integrate with Google Calendar and Notion for personalized assistance.</a:t>
            </a:r>
          </a:p>
          <a:p>
            <a:pPr>
              <a:lnSpc>
                <a:spcPct val="150000"/>
              </a:lnSpc>
            </a:pPr>
            <a:r>
              <a:rPr lang="en-US" dirty="0"/>
              <a:t>Claude Code can build full web apps directly from Figma designs.</a:t>
            </a:r>
          </a:p>
          <a:p>
            <a:pPr>
              <a:lnSpc>
                <a:spcPct val="150000"/>
              </a:lnSpc>
            </a:pPr>
            <a:r>
              <a:rPr lang="en-US" dirty="0"/>
              <a:t>Enterprise chatbots can access multiple databases for data analysis via chat.</a:t>
            </a:r>
          </a:p>
          <a:p>
            <a:pPr>
              <a:lnSpc>
                <a:spcPct val="150000"/>
              </a:lnSpc>
            </a:pPr>
            <a:r>
              <a:rPr lang="en-US" dirty="0"/>
              <a:t>AI models can design 3D models in Blender and send them for 3D printing.</a:t>
            </a:r>
          </a:p>
          <a:p>
            <a:pPr>
              <a:lnSpc>
                <a:spcPct val="150000"/>
              </a:lnSpc>
            </a:pPr>
            <a:endParaRPr lang="en-US" dirty="0"/>
          </a:p>
        </p:txBody>
      </p:sp>
      <p:sp>
        <p:nvSpPr>
          <p:cNvPr id="4" name="Footer Placeholder 3">
            <a:extLst>
              <a:ext uri="{FF2B5EF4-FFF2-40B4-BE49-F238E27FC236}">
                <a16:creationId xmlns:a16="http://schemas.microsoft.com/office/drawing/2014/main" id="{78C62222-81AA-DCD4-4C93-AB6457004C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C0521F-FCC6-0691-8F77-20A9F812E56C}"/>
              </a:ext>
            </a:extLst>
          </p:cNvPr>
          <p:cNvSpPr>
            <a:spLocks noGrp="1"/>
          </p:cNvSpPr>
          <p:nvPr>
            <p:ph type="sldNum" sz="quarter" idx="12"/>
          </p:nvPr>
        </p:nvSpPr>
        <p:spPr/>
        <p:txBody>
          <a:bodyPr/>
          <a:lstStyle/>
          <a:p>
            <a:fld id="{F5475A8E-763C-4E52-9A75-A8E829F8C11D}" type="slidenum">
              <a:rPr lang="en-US" smtClean="0"/>
              <a:t>4</a:t>
            </a:fld>
            <a:endParaRPr lang="en-US"/>
          </a:p>
        </p:txBody>
      </p:sp>
    </p:spTree>
    <p:extLst>
      <p:ext uri="{BB962C8B-B14F-4D97-AF65-F5344CB8AC3E}">
        <p14:creationId xmlns:p14="http://schemas.microsoft.com/office/powerpoint/2010/main" val="1188532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96FDF-0E86-344C-4446-ACA63A2A3F62}"/>
              </a:ext>
            </a:extLst>
          </p:cNvPr>
          <p:cNvSpPr>
            <a:spLocks noGrp="1"/>
          </p:cNvSpPr>
          <p:nvPr>
            <p:ph type="title"/>
          </p:nvPr>
        </p:nvSpPr>
        <p:spPr/>
        <p:txBody>
          <a:bodyPr>
            <a:normAutofit/>
          </a:bodyPr>
          <a:lstStyle/>
          <a:p>
            <a:r>
              <a:rPr lang="en-US" b="1" dirty="0"/>
              <a:t>Why does MCP matter?</a:t>
            </a:r>
            <a:br>
              <a:rPr lang="en-US" b="1" dirty="0"/>
            </a:br>
            <a:endParaRPr lang="en-US" dirty="0"/>
          </a:p>
        </p:txBody>
      </p:sp>
      <p:sp>
        <p:nvSpPr>
          <p:cNvPr id="3" name="Content Placeholder 2">
            <a:extLst>
              <a:ext uri="{FF2B5EF4-FFF2-40B4-BE49-F238E27FC236}">
                <a16:creationId xmlns:a16="http://schemas.microsoft.com/office/drawing/2014/main" id="{F10D9B5E-73FC-C221-3439-6B7D5639C2CB}"/>
              </a:ext>
            </a:extLst>
          </p:cNvPr>
          <p:cNvSpPr>
            <a:spLocks noGrp="1"/>
          </p:cNvSpPr>
          <p:nvPr>
            <p:ph idx="1"/>
          </p:nvPr>
        </p:nvSpPr>
        <p:spPr/>
        <p:txBody>
          <a:bodyPr/>
          <a:lstStyle/>
          <a:p>
            <a:pPr marL="0" indent="0">
              <a:lnSpc>
                <a:spcPct val="150000"/>
              </a:lnSpc>
              <a:buNone/>
            </a:pPr>
            <a:r>
              <a:rPr lang="en-US" dirty="0"/>
              <a:t>MCP offers benefits across the ecosystem.</a:t>
            </a:r>
          </a:p>
          <a:p>
            <a:pPr lvl="1">
              <a:lnSpc>
                <a:spcPct val="150000"/>
              </a:lnSpc>
            </a:pPr>
            <a:r>
              <a:rPr lang="en-US" b="1" dirty="0"/>
              <a:t>Developers:</a:t>
            </a:r>
            <a:r>
              <a:rPr lang="en-US" dirty="0"/>
              <a:t> Reduces build time and complexity.</a:t>
            </a:r>
          </a:p>
          <a:p>
            <a:pPr lvl="1">
              <a:lnSpc>
                <a:spcPct val="150000"/>
              </a:lnSpc>
            </a:pPr>
            <a:r>
              <a:rPr lang="en-US" b="1" dirty="0"/>
              <a:t>AI apps/agents:</a:t>
            </a:r>
            <a:r>
              <a:rPr lang="en-US" dirty="0"/>
              <a:t> Gains access to rich data, tools, and apps.</a:t>
            </a:r>
          </a:p>
          <a:p>
            <a:pPr lvl="1">
              <a:lnSpc>
                <a:spcPct val="150000"/>
              </a:lnSpc>
            </a:pPr>
            <a:r>
              <a:rPr lang="en-US" b="1" dirty="0"/>
              <a:t>End-users:</a:t>
            </a:r>
            <a:r>
              <a:rPr lang="en-US" dirty="0"/>
              <a:t> Get smarter AIs that can access data and take actions.</a:t>
            </a:r>
          </a:p>
          <a:p>
            <a:pPr>
              <a:lnSpc>
                <a:spcPct val="150000"/>
              </a:lnSpc>
            </a:pPr>
            <a:endParaRPr lang="en-US" dirty="0"/>
          </a:p>
        </p:txBody>
      </p:sp>
      <p:sp>
        <p:nvSpPr>
          <p:cNvPr id="4" name="Footer Placeholder 3">
            <a:extLst>
              <a:ext uri="{FF2B5EF4-FFF2-40B4-BE49-F238E27FC236}">
                <a16:creationId xmlns:a16="http://schemas.microsoft.com/office/drawing/2014/main" id="{A5C604E0-2D5D-959B-2ECE-AF51DDE3C29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805011-7B93-967C-F058-4A69B536E09B}"/>
              </a:ext>
            </a:extLst>
          </p:cNvPr>
          <p:cNvSpPr>
            <a:spLocks noGrp="1"/>
          </p:cNvSpPr>
          <p:nvPr>
            <p:ph type="sldNum" sz="quarter" idx="12"/>
          </p:nvPr>
        </p:nvSpPr>
        <p:spPr/>
        <p:txBody>
          <a:bodyPr/>
          <a:lstStyle/>
          <a:p>
            <a:fld id="{F5475A8E-763C-4E52-9A75-A8E829F8C11D}" type="slidenum">
              <a:rPr lang="en-US" smtClean="0"/>
              <a:t>5</a:t>
            </a:fld>
            <a:endParaRPr lang="en-US"/>
          </a:p>
        </p:txBody>
      </p:sp>
    </p:spTree>
    <p:extLst>
      <p:ext uri="{BB962C8B-B14F-4D97-AF65-F5344CB8AC3E}">
        <p14:creationId xmlns:p14="http://schemas.microsoft.com/office/powerpoint/2010/main" val="2240778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31F5C-E80D-34EC-DEFC-E2A54A8770AA}"/>
              </a:ext>
            </a:extLst>
          </p:cNvPr>
          <p:cNvSpPr>
            <a:spLocks noGrp="1"/>
          </p:cNvSpPr>
          <p:nvPr>
            <p:ph type="title"/>
          </p:nvPr>
        </p:nvSpPr>
        <p:spPr/>
        <p:txBody>
          <a:bodyPr>
            <a:normAutofit/>
          </a:bodyPr>
          <a:lstStyle/>
          <a:p>
            <a:r>
              <a:rPr lang="en-US" b="1"/>
              <a:t>Start Building !</a:t>
            </a:r>
            <a:endParaRPr lang="en-US" dirty="0"/>
          </a:p>
        </p:txBody>
      </p:sp>
      <p:graphicFrame>
        <p:nvGraphicFramePr>
          <p:cNvPr id="25" name="Content Placeholder 2">
            <a:extLst>
              <a:ext uri="{FF2B5EF4-FFF2-40B4-BE49-F238E27FC236}">
                <a16:creationId xmlns:a16="http://schemas.microsoft.com/office/drawing/2014/main" id="{C6D2789E-8B35-C111-4510-CA0B94F76EBA}"/>
              </a:ext>
            </a:extLst>
          </p:cNvPr>
          <p:cNvGraphicFramePr>
            <a:graphicFrameLocks noGrp="1"/>
          </p:cNvGraphicFramePr>
          <p:nvPr>
            <p:ph idx="1"/>
            <p:extLst>
              <p:ext uri="{D42A27DB-BD31-4B8C-83A1-F6EECF244321}">
                <p14:modId xmlns:p14="http://schemas.microsoft.com/office/powerpoint/2010/main" val="254975601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728AC1E5-2920-0917-573C-2636548C76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14420E-D79C-CE82-3CBB-57ECB12F0EF7}"/>
              </a:ext>
            </a:extLst>
          </p:cNvPr>
          <p:cNvSpPr>
            <a:spLocks noGrp="1"/>
          </p:cNvSpPr>
          <p:nvPr>
            <p:ph type="sldNum" sz="quarter" idx="12"/>
          </p:nvPr>
        </p:nvSpPr>
        <p:spPr/>
        <p:txBody>
          <a:bodyPr/>
          <a:lstStyle/>
          <a:p>
            <a:fld id="{F5475A8E-763C-4E52-9A75-A8E829F8C11D}" type="slidenum">
              <a:rPr lang="en-US" smtClean="0"/>
              <a:t>6</a:t>
            </a:fld>
            <a:endParaRPr lang="en-US"/>
          </a:p>
        </p:txBody>
      </p:sp>
    </p:spTree>
    <p:extLst>
      <p:ext uri="{BB962C8B-B14F-4D97-AF65-F5344CB8AC3E}">
        <p14:creationId xmlns:p14="http://schemas.microsoft.com/office/powerpoint/2010/main" val="3042322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B8DD6C-DE6A-E50D-EF86-A7ACCF03C1B0}"/>
              </a:ext>
            </a:extLst>
          </p:cNvPr>
          <p:cNvSpPr>
            <a:spLocks noGrp="1"/>
          </p:cNvSpPr>
          <p:nvPr>
            <p:ph type="title"/>
          </p:nvPr>
        </p:nvSpPr>
        <p:spPr>
          <a:xfrm>
            <a:off x="429768" y="411480"/>
            <a:ext cx="11201400" cy="1106424"/>
          </a:xfrm>
        </p:spPr>
        <p:txBody>
          <a:bodyPr>
            <a:normAutofit fontScale="90000"/>
          </a:bodyPr>
          <a:lstStyle/>
          <a:p>
            <a:pPr>
              <a:lnSpc>
                <a:spcPct val="150000"/>
              </a:lnSpc>
            </a:pPr>
            <a:r>
              <a:rPr lang="en-US" sz="3600" dirty="0"/>
              <a:t>Architecture overview</a:t>
            </a:r>
            <a:br>
              <a:rPr lang="en-US" sz="3600" dirty="0"/>
            </a:br>
            <a:r>
              <a:rPr lang="en-US" sz="1800" dirty="0"/>
              <a:t>MCP:  follows a client-server architecture </a:t>
            </a:r>
            <a:br>
              <a:rPr lang="en-US" sz="1800" dirty="0"/>
            </a:br>
            <a:endParaRPr lang="en-US" sz="1800" dirty="0"/>
          </a:p>
        </p:txBody>
      </p:sp>
      <p:sp>
        <p:nvSpPr>
          <p:cNvPr id="23" name="Rectangle 22">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10" name="Content Placeholder 9">
            <a:extLst>
              <a:ext uri="{FF2B5EF4-FFF2-40B4-BE49-F238E27FC236}">
                <a16:creationId xmlns:a16="http://schemas.microsoft.com/office/drawing/2014/main" id="{25047F54-9F01-97F3-6049-5B22B186F3BA}"/>
              </a:ext>
            </a:extLst>
          </p:cNvPr>
          <p:cNvPicPr>
            <a:picLocks noChangeAspect="1"/>
          </p:cNvPicPr>
          <p:nvPr/>
        </p:nvPicPr>
        <p:blipFill>
          <a:blip r:embed="rId2"/>
          <a:stretch>
            <a:fillRect/>
          </a:stretch>
        </p:blipFill>
        <p:spPr>
          <a:xfrm>
            <a:off x="142910" y="2204720"/>
            <a:ext cx="7470948" cy="3291840"/>
          </a:xfrm>
          <a:prstGeom prst="rect">
            <a:avLst/>
          </a:prstGeom>
        </p:spPr>
      </p:pic>
      <p:sp useBgFill="1">
        <p:nvSpPr>
          <p:cNvPr id="21" name="Rectangle 20">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Content Placeholder 13">
            <a:extLst>
              <a:ext uri="{FF2B5EF4-FFF2-40B4-BE49-F238E27FC236}">
                <a16:creationId xmlns:a16="http://schemas.microsoft.com/office/drawing/2014/main" id="{14F78FBE-9F2F-4DB5-78A7-D7EE9F4D4686}"/>
              </a:ext>
            </a:extLst>
          </p:cNvPr>
          <p:cNvSpPr>
            <a:spLocks noGrp="1"/>
          </p:cNvSpPr>
          <p:nvPr>
            <p:ph idx="1"/>
          </p:nvPr>
        </p:nvSpPr>
        <p:spPr>
          <a:xfrm>
            <a:off x="7938752" y="2020824"/>
            <a:ext cx="3455097" cy="3959352"/>
          </a:xfrm>
        </p:spPr>
        <p:txBody>
          <a:bodyPr anchor="ctr">
            <a:normAutofit/>
          </a:bodyPr>
          <a:lstStyle/>
          <a:p>
            <a:pPr marL="0" indent="0">
              <a:buNone/>
            </a:pPr>
            <a:endParaRPr lang="en-US" sz="1800" dirty="0"/>
          </a:p>
        </p:txBody>
      </p:sp>
      <p:sp>
        <p:nvSpPr>
          <p:cNvPr id="4" name="Footer Placeholder 3">
            <a:extLst>
              <a:ext uri="{FF2B5EF4-FFF2-40B4-BE49-F238E27FC236}">
                <a16:creationId xmlns:a16="http://schemas.microsoft.com/office/drawing/2014/main" id="{8C7D47A8-BC63-B418-CD71-84A3CC30AF6B}"/>
              </a:ext>
            </a:extLst>
          </p:cNvPr>
          <p:cNvSpPr>
            <a:spLocks noGrp="1"/>
          </p:cNvSpPr>
          <p:nvPr>
            <p:ph type="ftr" sz="quarter" idx="11"/>
          </p:nvPr>
        </p:nvSpPr>
        <p:spPr>
          <a:xfrm>
            <a:off x="4038600" y="6356350"/>
            <a:ext cx="4114800" cy="365125"/>
          </a:xfrm>
        </p:spPr>
        <p:txBody>
          <a:bodyPr>
            <a:normAutofit/>
          </a:bodyPr>
          <a:lstStyle/>
          <a:p>
            <a:endParaRPr lang="en-US">
              <a:solidFill>
                <a:schemeClr val="tx1">
                  <a:lumMod val="50000"/>
                  <a:lumOff val="50000"/>
                </a:schemeClr>
              </a:solidFill>
            </a:endParaRPr>
          </a:p>
        </p:txBody>
      </p:sp>
      <p:sp>
        <p:nvSpPr>
          <p:cNvPr id="5" name="Slide Number Placeholder 4">
            <a:extLst>
              <a:ext uri="{FF2B5EF4-FFF2-40B4-BE49-F238E27FC236}">
                <a16:creationId xmlns:a16="http://schemas.microsoft.com/office/drawing/2014/main" id="{B06943C5-E081-716E-2E99-FD2EAA296486}"/>
              </a:ext>
            </a:extLst>
          </p:cNvPr>
          <p:cNvSpPr>
            <a:spLocks noGrp="1"/>
          </p:cNvSpPr>
          <p:nvPr>
            <p:ph type="sldNum" sz="quarter" idx="12"/>
          </p:nvPr>
        </p:nvSpPr>
        <p:spPr>
          <a:xfrm>
            <a:off x="8595360" y="6356350"/>
            <a:ext cx="2743200" cy="365125"/>
          </a:xfrm>
        </p:spPr>
        <p:txBody>
          <a:bodyPr>
            <a:normAutofit/>
          </a:bodyPr>
          <a:lstStyle/>
          <a:p>
            <a:pPr>
              <a:spcAft>
                <a:spcPts val="600"/>
              </a:spcAft>
            </a:pPr>
            <a:fld id="{F5475A8E-763C-4E52-9A75-A8E829F8C11D}" type="slidenum">
              <a:rPr lang="en-US">
                <a:solidFill>
                  <a:schemeClr val="tx1">
                    <a:lumMod val="50000"/>
                    <a:lumOff val="50000"/>
                  </a:schemeClr>
                </a:solidFill>
              </a:rPr>
              <a:pPr>
                <a:spcAft>
                  <a:spcPts val="600"/>
                </a:spcAft>
              </a:pPr>
              <a:t>7</a:t>
            </a:fld>
            <a:endParaRPr lang="en-US">
              <a:solidFill>
                <a:schemeClr val="tx1">
                  <a:lumMod val="50000"/>
                  <a:lumOff val="50000"/>
                </a:schemeClr>
              </a:solidFill>
            </a:endParaRPr>
          </a:p>
        </p:txBody>
      </p:sp>
    </p:spTree>
    <p:extLst>
      <p:ext uri="{BB962C8B-B14F-4D97-AF65-F5344CB8AC3E}">
        <p14:creationId xmlns:p14="http://schemas.microsoft.com/office/powerpoint/2010/main" val="3433638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B719E-D423-0F74-6A60-20466C1041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DC74491-C46F-C701-4BA4-D138561C08F6}"/>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4DFAF417-A788-F3E5-5062-016430B78BF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E4BAB1D-6AC9-4113-79F1-2B68BF21C0D5}"/>
              </a:ext>
            </a:extLst>
          </p:cNvPr>
          <p:cNvSpPr>
            <a:spLocks noGrp="1"/>
          </p:cNvSpPr>
          <p:nvPr>
            <p:ph type="sldNum" sz="quarter" idx="12"/>
          </p:nvPr>
        </p:nvSpPr>
        <p:spPr/>
        <p:txBody>
          <a:bodyPr/>
          <a:lstStyle/>
          <a:p>
            <a:fld id="{F5475A8E-763C-4E52-9A75-A8E829F8C11D}" type="slidenum">
              <a:rPr lang="en-US" smtClean="0"/>
              <a:t>8</a:t>
            </a:fld>
            <a:endParaRPr lang="en-US"/>
          </a:p>
        </p:txBody>
      </p:sp>
    </p:spTree>
    <p:extLst>
      <p:ext uri="{BB962C8B-B14F-4D97-AF65-F5344CB8AC3E}">
        <p14:creationId xmlns:p14="http://schemas.microsoft.com/office/powerpoint/2010/main" val="7826526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256</Words>
  <Application>Microsoft Office PowerPoint</Application>
  <PresentationFormat>Widescreen</PresentationFormat>
  <Paragraphs>32</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Calibri</vt:lpstr>
      <vt:lpstr>Office Theme</vt:lpstr>
      <vt:lpstr>What is the Model Context Protocol (MCP)?  </vt:lpstr>
      <vt:lpstr>PowerPoint Presentation</vt:lpstr>
      <vt:lpstr>PowerPoint Presentation</vt:lpstr>
      <vt:lpstr>What can MCP enable? </vt:lpstr>
      <vt:lpstr>Why does MCP matter? </vt:lpstr>
      <vt:lpstr>Start Building !</vt:lpstr>
      <vt:lpstr>Architecture overview MCP:  follows a client-server architecture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Nekoh, Ali Mohammad</dc:creator>
  <cp:lastModifiedBy>Nekoh, Ali Mohammad</cp:lastModifiedBy>
  <cp:revision>2</cp:revision>
  <dcterms:created xsi:type="dcterms:W3CDTF">2025-11-13T11:01:20Z</dcterms:created>
  <dcterms:modified xsi:type="dcterms:W3CDTF">2025-11-13T11:53:34Z</dcterms:modified>
</cp:coreProperties>
</file>